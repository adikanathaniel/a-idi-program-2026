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597EE7-55E4-40DF-91EB-70410AAE7A55}">
  <a:tblStyle styleId="{48597EE7-55E4-40DF-91EB-70410AAE7A55}" styleName="Table_0">
    <a:wholeTbl>
      <a:tcTxStyle b="off" i="off">
        <a:font>
          <a:latin typeface="Quire Sans"/>
          <a:ea typeface="Quire Sans"/>
          <a:cs typeface="Quire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A"/>
          </a:solidFill>
        </a:fill>
      </a:tcStyle>
    </a:wholeTbl>
    <a:band1H>
      <a:tcTxStyle/>
      <a:tcStyle>
        <a:fill>
          <a:solidFill>
            <a:srgbClr val="CACFD2"/>
          </a:solidFill>
        </a:fill>
      </a:tcStyle>
    </a:band1H>
    <a:band2H>
      <a:tcTxStyle/>
    </a:band2H>
    <a:band1V>
      <a:tcTxStyle/>
      <a:tcStyle>
        <a:fill>
          <a:solidFill>
            <a:srgbClr val="CACFD2"/>
          </a:solidFill>
        </a:fill>
      </a:tcStyle>
    </a:band1V>
    <a:band2V>
      <a:tcTxStyle/>
    </a:band2V>
    <a:lastCol>
      <a:tcTxStyle b="on" i="off">
        <a:font>
          <a:latin typeface="Quire Sans"/>
          <a:ea typeface="Quire Sans"/>
          <a:cs typeface="Quire Sans"/>
        </a:font>
        <a:schemeClr val="lt1"/>
      </a:tcTxStyle>
      <a:tcStyle>
        <a:fill>
          <a:solidFill>
            <a:schemeClr val="accent1"/>
          </a:solidFill>
        </a:fill>
      </a:tcStyle>
    </a:lastCol>
    <a:firstCol>
      <a:tcTxStyle b="on" i="off">
        <a:font>
          <a:latin typeface="Quire Sans"/>
          <a:ea typeface="Quire Sans"/>
          <a:cs typeface="Quire Sans"/>
        </a:font>
        <a:schemeClr val="lt1"/>
      </a:tcTxStyle>
      <a:tcStyle>
        <a:fill>
          <a:solidFill>
            <a:schemeClr val="accent1"/>
          </a:solidFill>
        </a:fill>
      </a:tcStyle>
    </a:firstCol>
    <a:lastRow>
      <a:tcTxStyle b="on" i="off">
        <a:font>
          <a:latin typeface="Quire Sans"/>
          <a:ea typeface="Quire Sans"/>
          <a:cs typeface="Quire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Quire Sans"/>
          <a:ea typeface="Quire Sans"/>
          <a:cs typeface="Quire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2C8B9054-77D7-45EF-9AC5-420E18724AAB}" styleName="Table_1">
    <a:wholeTbl>
      <a:tcTxStyle b="off" i="off">
        <a:font>
          <a:latin typeface="Quire Sans"/>
          <a:ea typeface="Quire Sans"/>
          <a:cs typeface="Quire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20000"/>
            </a:schemeClr>
          </a:solidFill>
        </a:fill>
      </a:tcStyle>
    </a:band1H>
    <a:band2H>
      <a:tcTxStyle/>
    </a:band2H>
    <a:band1V>
      <a:tcTxStyle/>
      <a:tcStyle>
        <a:fill>
          <a:solidFill>
            <a:schemeClr val="accent4">
              <a:alpha val="20000"/>
            </a:schemeClr>
          </a:solidFill>
        </a:fill>
      </a:tcStyle>
    </a:band1V>
    <a:band2V>
      <a:tcTxStyle/>
    </a:band2V>
    <a:lastCol>
      <a:tcTxStyle b="on" i="off"/>
    </a:lastCol>
    <a:firstCol>
      <a:tcTxStyle b="on" i="off"/>
    </a:firstCol>
    <a:lastRow>
      <a:tcTxStyle b="on" i="off"/>
      <a:tcStyle>
        <a:tcBdr>
          <a:top>
            <a:ln cap="flat" cmpd="sng" w="12700">
              <a:solidFill>
                <a:schemeClr val="accent4"/>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4"/>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Overview">
  <p:cSld name="Market Overview">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
          <p:cNvSpPr/>
          <p:nvPr>
            <p:ph idx="2" type="pic"/>
          </p:nvPr>
        </p:nvSpPr>
        <p:spPr>
          <a:xfrm flipH="1">
            <a:off x="1809750" y="475743"/>
            <a:ext cx="6475268" cy="5915532"/>
          </a:xfrm>
          <a:prstGeom prst="rect">
            <a:avLst/>
          </a:prstGeom>
          <a:noFill/>
          <a:ln>
            <a:noFill/>
          </a:ln>
        </p:spPr>
      </p:sp>
      <p:sp>
        <p:nvSpPr>
          <p:cNvPr id="20" name="Google Shape;20;p2"/>
          <p:cNvSpPr txBox="1"/>
          <p:nvPr>
            <p:ph idx="1" type="body"/>
          </p:nvPr>
        </p:nvSpPr>
        <p:spPr>
          <a:xfrm>
            <a:off x="8691419" y="1125633"/>
            <a:ext cx="2937452" cy="119269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2"/>
          <p:cNvSpPr txBox="1"/>
          <p:nvPr>
            <p:ph idx="3" type="body"/>
          </p:nvPr>
        </p:nvSpPr>
        <p:spPr>
          <a:xfrm>
            <a:off x="8691419" y="746129"/>
            <a:ext cx="2937452" cy="42639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2000"/>
              <a:buNone/>
              <a:defRPr sz="20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
          <p:cNvSpPr txBox="1"/>
          <p:nvPr>
            <p:ph idx="4" type="body"/>
          </p:nvPr>
        </p:nvSpPr>
        <p:spPr>
          <a:xfrm>
            <a:off x="8691419" y="4716842"/>
            <a:ext cx="2937452" cy="11066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
          <p:cNvSpPr txBox="1"/>
          <p:nvPr>
            <p:ph idx="5" type="body"/>
          </p:nvPr>
        </p:nvSpPr>
        <p:spPr>
          <a:xfrm>
            <a:off x="8691419" y="4337338"/>
            <a:ext cx="2937452" cy="42639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2000"/>
              <a:buNone/>
              <a:defRPr sz="20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
          <p:cNvSpPr txBox="1"/>
          <p:nvPr>
            <p:ph idx="6" type="body"/>
          </p:nvPr>
        </p:nvSpPr>
        <p:spPr>
          <a:xfrm>
            <a:off x="8691419" y="2964253"/>
            <a:ext cx="2937452" cy="11066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
          <p:cNvSpPr txBox="1"/>
          <p:nvPr>
            <p:ph idx="7" type="body"/>
          </p:nvPr>
        </p:nvSpPr>
        <p:spPr>
          <a:xfrm>
            <a:off x="8691419" y="2584749"/>
            <a:ext cx="2937452" cy="42639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2000"/>
              <a:buNone/>
              <a:defRPr sz="20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
          <p:cNvSpPr txBox="1"/>
          <p:nvPr>
            <p:ph type="title"/>
          </p:nvPr>
        </p:nvSpPr>
        <p:spPr>
          <a:xfrm rot="-5400000">
            <a:off x="-1914546" y="3092260"/>
            <a:ext cx="5719734" cy="682498"/>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4-Up">
  <p:cSld name="Meet The Team 4-Up">
    <p:spTree>
      <p:nvGrpSpPr>
        <p:cNvPr id="27" name="Shape 27"/>
        <p:cNvGrpSpPr/>
        <p:nvPr/>
      </p:nvGrpSpPr>
      <p:grpSpPr>
        <a:xfrm>
          <a:off x="0" y="0"/>
          <a:ext cx="0" cy="0"/>
          <a:chOff x="0" y="0"/>
          <a:chExt cx="0" cy="0"/>
        </a:xfrm>
      </p:grpSpPr>
      <p:sp>
        <p:nvSpPr>
          <p:cNvPr id="28" name="Google Shape;28;p3"/>
          <p:cNvSpPr/>
          <p:nvPr/>
        </p:nvSpPr>
        <p:spPr>
          <a:xfrm>
            <a:off x="4659086" y="0"/>
            <a:ext cx="7532914"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9" name="Google Shape;29;p3"/>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3"/>
          <p:cNvSpPr/>
          <p:nvPr>
            <p:ph idx="2" type="pic"/>
          </p:nvPr>
        </p:nvSpPr>
        <p:spPr>
          <a:xfrm>
            <a:off x="6031913" y="671944"/>
            <a:ext cx="2013133" cy="1697455"/>
          </a:xfrm>
          <a:prstGeom prst="rect">
            <a:avLst/>
          </a:prstGeom>
          <a:noFill/>
          <a:ln>
            <a:noFill/>
          </a:ln>
        </p:spPr>
      </p:sp>
      <p:sp>
        <p:nvSpPr>
          <p:cNvPr id="33" name="Google Shape;33;p3"/>
          <p:cNvSpPr txBox="1"/>
          <p:nvPr>
            <p:ph idx="1" type="body"/>
          </p:nvPr>
        </p:nvSpPr>
        <p:spPr>
          <a:xfrm>
            <a:off x="5794627" y="2426760"/>
            <a:ext cx="2487705"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
          <p:cNvSpPr txBox="1"/>
          <p:nvPr>
            <p:ph idx="3" type="body"/>
          </p:nvPr>
        </p:nvSpPr>
        <p:spPr>
          <a:xfrm>
            <a:off x="5794627" y="2801755"/>
            <a:ext cx="2487705" cy="43563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
          <p:cNvSpPr/>
          <p:nvPr>
            <p:ph idx="4" type="pic"/>
          </p:nvPr>
        </p:nvSpPr>
        <p:spPr>
          <a:xfrm>
            <a:off x="9038065" y="671944"/>
            <a:ext cx="2013133" cy="1697455"/>
          </a:xfrm>
          <a:prstGeom prst="rect">
            <a:avLst/>
          </a:prstGeom>
          <a:noFill/>
          <a:ln>
            <a:noFill/>
          </a:ln>
        </p:spPr>
      </p:sp>
      <p:sp>
        <p:nvSpPr>
          <p:cNvPr id="36" name="Google Shape;36;p3"/>
          <p:cNvSpPr txBox="1"/>
          <p:nvPr>
            <p:ph idx="5" type="body"/>
          </p:nvPr>
        </p:nvSpPr>
        <p:spPr>
          <a:xfrm>
            <a:off x="8800779" y="2426197"/>
            <a:ext cx="2487705"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
          <p:cNvSpPr txBox="1"/>
          <p:nvPr>
            <p:ph idx="6" type="body"/>
          </p:nvPr>
        </p:nvSpPr>
        <p:spPr>
          <a:xfrm>
            <a:off x="8800779" y="2801192"/>
            <a:ext cx="2487705" cy="43563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
          <p:cNvSpPr/>
          <p:nvPr>
            <p:ph idx="7" type="pic"/>
          </p:nvPr>
        </p:nvSpPr>
        <p:spPr>
          <a:xfrm>
            <a:off x="6031913" y="3494316"/>
            <a:ext cx="2013133" cy="1697455"/>
          </a:xfrm>
          <a:prstGeom prst="rect">
            <a:avLst/>
          </a:prstGeom>
          <a:noFill/>
          <a:ln>
            <a:noFill/>
          </a:ln>
        </p:spPr>
      </p:sp>
      <p:sp>
        <p:nvSpPr>
          <p:cNvPr id="39" name="Google Shape;39;p3"/>
          <p:cNvSpPr txBox="1"/>
          <p:nvPr>
            <p:ph idx="8" type="body"/>
          </p:nvPr>
        </p:nvSpPr>
        <p:spPr>
          <a:xfrm>
            <a:off x="5794627" y="5249132"/>
            <a:ext cx="2487705"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
          <p:cNvSpPr txBox="1"/>
          <p:nvPr>
            <p:ph idx="9" type="body"/>
          </p:nvPr>
        </p:nvSpPr>
        <p:spPr>
          <a:xfrm>
            <a:off x="5794627" y="5624127"/>
            <a:ext cx="2487705" cy="43563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
          <p:cNvSpPr/>
          <p:nvPr>
            <p:ph idx="13" type="pic"/>
          </p:nvPr>
        </p:nvSpPr>
        <p:spPr>
          <a:xfrm>
            <a:off x="9038065" y="3494316"/>
            <a:ext cx="2013133" cy="1697455"/>
          </a:xfrm>
          <a:prstGeom prst="rect">
            <a:avLst/>
          </a:prstGeom>
          <a:noFill/>
          <a:ln>
            <a:noFill/>
          </a:ln>
        </p:spPr>
      </p:sp>
      <p:sp>
        <p:nvSpPr>
          <p:cNvPr id="42" name="Google Shape;42;p3"/>
          <p:cNvSpPr txBox="1"/>
          <p:nvPr>
            <p:ph idx="14" type="body"/>
          </p:nvPr>
        </p:nvSpPr>
        <p:spPr>
          <a:xfrm>
            <a:off x="8800779" y="5248569"/>
            <a:ext cx="2487705"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
          <p:cNvSpPr txBox="1"/>
          <p:nvPr>
            <p:ph idx="15" type="body"/>
          </p:nvPr>
        </p:nvSpPr>
        <p:spPr>
          <a:xfrm>
            <a:off x="8800779" y="5623564"/>
            <a:ext cx="2487705" cy="43563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
          <p:cNvSpPr txBox="1"/>
          <p:nvPr>
            <p:ph type="title"/>
          </p:nvPr>
        </p:nvSpPr>
        <p:spPr>
          <a:xfrm rot="-5400000">
            <a:off x="2238083" y="2746661"/>
            <a:ext cx="4907372" cy="1076155"/>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
  <p:cSld name="About Us">
    <p:spTree>
      <p:nvGrpSpPr>
        <p:cNvPr id="45" name="Shape 45"/>
        <p:cNvGrpSpPr/>
        <p:nvPr/>
      </p:nvGrpSpPr>
      <p:grpSpPr>
        <a:xfrm>
          <a:off x="0" y="0"/>
          <a:ext cx="0" cy="0"/>
          <a:chOff x="0" y="0"/>
          <a:chExt cx="0" cy="0"/>
        </a:xfrm>
      </p:grpSpPr>
      <p:sp>
        <p:nvSpPr>
          <p:cNvPr id="46" name="Google Shape;46;p4"/>
          <p:cNvSpPr/>
          <p:nvPr/>
        </p:nvSpPr>
        <p:spPr>
          <a:xfrm>
            <a:off x="6029326" y="2152651"/>
            <a:ext cx="6162674" cy="29098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7" name="Google Shape;47;p4"/>
          <p:cNvSpPr/>
          <p:nvPr>
            <p:ph idx="2" type="pic"/>
          </p:nvPr>
        </p:nvSpPr>
        <p:spPr>
          <a:xfrm>
            <a:off x="1" y="466726"/>
            <a:ext cx="6848474" cy="6391274"/>
          </a:xfrm>
          <a:prstGeom prst="rect">
            <a:avLst/>
          </a:prstGeom>
          <a:noFill/>
          <a:ln>
            <a:noFill/>
          </a:ln>
        </p:spPr>
      </p:sp>
      <p:sp>
        <p:nvSpPr>
          <p:cNvPr id="48" name="Google Shape;48;p4"/>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00" u="none" cap="none" strike="noStrike">
                <a:solidFill>
                  <a:schemeClr val="accent1"/>
                </a:solidFill>
                <a:latin typeface="Arial"/>
                <a:ea typeface="Arial"/>
                <a:cs typeface="Arial"/>
                <a:sym typeface="Arial"/>
              </a:defRPr>
            </a:lvl1pPr>
            <a:lvl2pPr indent="0" lvl="1" marL="0" algn="r">
              <a:spcBef>
                <a:spcPts val="0"/>
              </a:spcBef>
              <a:buNone/>
              <a:defRPr b="0" i="0" sz="1000" u="none" cap="none" strike="noStrike">
                <a:solidFill>
                  <a:schemeClr val="accent1"/>
                </a:solidFill>
                <a:latin typeface="Arial"/>
                <a:ea typeface="Arial"/>
                <a:cs typeface="Arial"/>
                <a:sym typeface="Arial"/>
              </a:defRPr>
            </a:lvl2pPr>
            <a:lvl3pPr indent="0" lvl="2" marL="0" algn="r">
              <a:spcBef>
                <a:spcPts val="0"/>
              </a:spcBef>
              <a:buNone/>
              <a:defRPr b="0" i="0" sz="1000" u="none" cap="none" strike="noStrike">
                <a:solidFill>
                  <a:schemeClr val="accent1"/>
                </a:solidFill>
                <a:latin typeface="Arial"/>
                <a:ea typeface="Arial"/>
                <a:cs typeface="Arial"/>
                <a:sym typeface="Arial"/>
              </a:defRPr>
            </a:lvl3pPr>
            <a:lvl4pPr indent="0" lvl="3" marL="0" algn="r">
              <a:spcBef>
                <a:spcPts val="0"/>
              </a:spcBef>
              <a:buNone/>
              <a:defRPr b="0" i="0" sz="1000" u="none" cap="none" strike="noStrike">
                <a:solidFill>
                  <a:schemeClr val="accent1"/>
                </a:solidFill>
                <a:latin typeface="Arial"/>
                <a:ea typeface="Arial"/>
                <a:cs typeface="Arial"/>
                <a:sym typeface="Arial"/>
              </a:defRPr>
            </a:lvl4pPr>
            <a:lvl5pPr indent="0" lvl="4" marL="0" algn="r">
              <a:spcBef>
                <a:spcPts val="0"/>
              </a:spcBef>
              <a:buNone/>
              <a:defRPr b="0" i="0" sz="1000" u="none" cap="none" strike="noStrike">
                <a:solidFill>
                  <a:schemeClr val="accent1"/>
                </a:solidFill>
                <a:latin typeface="Arial"/>
                <a:ea typeface="Arial"/>
                <a:cs typeface="Arial"/>
                <a:sym typeface="Arial"/>
              </a:defRPr>
            </a:lvl5pPr>
            <a:lvl6pPr indent="0" lvl="5" marL="0" algn="r">
              <a:spcBef>
                <a:spcPts val="0"/>
              </a:spcBef>
              <a:buNone/>
              <a:defRPr b="0" i="0" sz="1000" u="none" cap="none" strike="noStrike">
                <a:solidFill>
                  <a:schemeClr val="accent1"/>
                </a:solidFill>
                <a:latin typeface="Arial"/>
                <a:ea typeface="Arial"/>
                <a:cs typeface="Arial"/>
                <a:sym typeface="Arial"/>
              </a:defRPr>
            </a:lvl6pPr>
            <a:lvl7pPr indent="0" lvl="6" marL="0" algn="r">
              <a:spcBef>
                <a:spcPts val="0"/>
              </a:spcBef>
              <a:buNone/>
              <a:defRPr b="0" i="0" sz="1000" u="none" cap="none" strike="noStrike">
                <a:solidFill>
                  <a:schemeClr val="accent1"/>
                </a:solidFill>
                <a:latin typeface="Arial"/>
                <a:ea typeface="Arial"/>
                <a:cs typeface="Arial"/>
                <a:sym typeface="Arial"/>
              </a:defRPr>
            </a:lvl7pPr>
            <a:lvl8pPr indent="0" lvl="7" marL="0" algn="r">
              <a:spcBef>
                <a:spcPts val="0"/>
              </a:spcBef>
              <a:buNone/>
              <a:defRPr b="0" i="0" sz="1000" u="none" cap="none" strike="noStrike">
                <a:solidFill>
                  <a:schemeClr val="accent1"/>
                </a:solidFill>
                <a:latin typeface="Arial"/>
                <a:ea typeface="Arial"/>
                <a:cs typeface="Arial"/>
                <a:sym typeface="Arial"/>
              </a:defRPr>
            </a:lvl8pPr>
            <a:lvl9pPr indent="0" lvl="8" marL="0" algn="r">
              <a:spcBef>
                <a:spcPts val="0"/>
              </a:spcBef>
              <a:buNone/>
              <a:defRPr b="0" i="0" sz="10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4"/>
          <p:cNvSpPr txBox="1"/>
          <p:nvPr>
            <p:ph idx="1" type="body"/>
          </p:nvPr>
        </p:nvSpPr>
        <p:spPr>
          <a:xfrm>
            <a:off x="6524625" y="2624137"/>
            <a:ext cx="5172075" cy="2033588"/>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
          <p:cNvSpPr txBox="1"/>
          <p:nvPr>
            <p:ph type="title"/>
          </p:nvPr>
        </p:nvSpPr>
        <p:spPr>
          <a:xfrm>
            <a:off x="7692272" y="671808"/>
            <a:ext cx="3661528" cy="639192"/>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blem">
  <p:cSld name="Problem">
    <p:spTree>
      <p:nvGrpSpPr>
        <p:cNvPr id="53" name="Shape 53"/>
        <p:cNvGrpSpPr/>
        <p:nvPr/>
      </p:nvGrpSpPr>
      <p:grpSpPr>
        <a:xfrm>
          <a:off x="0" y="0"/>
          <a:ext cx="0" cy="0"/>
          <a:chOff x="0" y="0"/>
          <a:chExt cx="0" cy="0"/>
        </a:xfrm>
      </p:grpSpPr>
      <p:sp>
        <p:nvSpPr>
          <p:cNvPr id="54" name="Google Shape;54;p5"/>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5"/>
          <p:cNvSpPr txBox="1"/>
          <p:nvPr>
            <p:ph idx="1" type="body"/>
          </p:nvPr>
        </p:nvSpPr>
        <p:spPr>
          <a:xfrm>
            <a:off x="838200" y="2700899"/>
            <a:ext cx="3281555" cy="1472693"/>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5"/>
          <p:cNvSpPr txBox="1"/>
          <p:nvPr>
            <p:ph idx="2" type="body"/>
          </p:nvPr>
        </p:nvSpPr>
        <p:spPr>
          <a:xfrm>
            <a:off x="838200" y="2321396"/>
            <a:ext cx="3281555"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5"/>
          <p:cNvSpPr txBox="1"/>
          <p:nvPr>
            <p:ph idx="3" type="body"/>
          </p:nvPr>
        </p:nvSpPr>
        <p:spPr>
          <a:xfrm>
            <a:off x="838200" y="4683183"/>
            <a:ext cx="3281555" cy="1067648"/>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5"/>
          <p:cNvSpPr txBox="1"/>
          <p:nvPr>
            <p:ph idx="4" type="body"/>
          </p:nvPr>
        </p:nvSpPr>
        <p:spPr>
          <a:xfrm>
            <a:off x="838200" y="4303679"/>
            <a:ext cx="3281555"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5"/>
          <p:cNvSpPr txBox="1"/>
          <p:nvPr>
            <p:ph idx="5" type="body"/>
          </p:nvPr>
        </p:nvSpPr>
        <p:spPr>
          <a:xfrm>
            <a:off x="4465159" y="2715236"/>
            <a:ext cx="3281555" cy="1472693"/>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5"/>
          <p:cNvSpPr txBox="1"/>
          <p:nvPr>
            <p:ph idx="6" type="body"/>
          </p:nvPr>
        </p:nvSpPr>
        <p:spPr>
          <a:xfrm>
            <a:off x="4465159" y="2335733"/>
            <a:ext cx="3281555"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5"/>
          <p:cNvSpPr txBox="1"/>
          <p:nvPr>
            <p:ph idx="7" type="body"/>
          </p:nvPr>
        </p:nvSpPr>
        <p:spPr>
          <a:xfrm>
            <a:off x="4465159" y="4697520"/>
            <a:ext cx="3281555" cy="1067648"/>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
          <p:cNvSpPr txBox="1"/>
          <p:nvPr>
            <p:ph idx="8" type="body"/>
          </p:nvPr>
        </p:nvSpPr>
        <p:spPr>
          <a:xfrm>
            <a:off x="4465159" y="4318016"/>
            <a:ext cx="3281555"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5"/>
          <p:cNvSpPr txBox="1"/>
          <p:nvPr>
            <p:ph idx="9" type="body"/>
          </p:nvPr>
        </p:nvSpPr>
        <p:spPr>
          <a:xfrm>
            <a:off x="8089832" y="2715236"/>
            <a:ext cx="3281555" cy="1472693"/>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5"/>
          <p:cNvSpPr txBox="1"/>
          <p:nvPr>
            <p:ph idx="13" type="body"/>
          </p:nvPr>
        </p:nvSpPr>
        <p:spPr>
          <a:xfrm>
            <a:off x="8089832" y="2335733"/>
            <a:ext cx="3281555"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5"/>
          <p:cNvSpPr/>
          <p:nvPr/>
        </p:nvSpPr>
        <p:spPr>
          <a:xfrm rot="5400000">
            <a:off x="9766385" y="-1006534"/>
            <a:ext cx="972645" cy="392429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8" name="Google Shape;68;p5"/>
          <p:cNvSpPr txBox="1"/>
          <p:nvPr>
            <p:ph type="title"/>
          </p:nvPr>
        </p:nvSpPr>
        <p:spPr>
          <a:xfrm>
            <a:off x="2891574" y="658420"/>
            <a:ext cx="6408851" cy="665965"/>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69" name="Shape 69"/>
        <p:cNvGrpSpPr/>
        <p:nvPr/>
      </p:nvGrpSpPr>
      <p:grpSpPr>
        <a:xfrm>
          <a:off x="0" y="0"/>
          <a:ext cx="0" cy="0"/>
          <a:chOff x="0" y="0"/>
          <a:chExt cx="0" cy="0"/>
        </a:xfrm>
      </p:grpSpPr>
      <p:sp>
        <p:nvSpPr>
          <p:cNvPr id="70" name="Google Shape;70;p6"/>
          <p:cNvSpPr/>
          <p:nvPr/>
        </p:nvSpPr>
        <p:spPr>
          <a:xfrm>
            <a:off x="1282168" y="0"/>
            <a:ext cx="1855263" cy="4459951"/>
          </a:xfrm>
          <a:prstGeom prst="rect">
            <a:avLst/>
          </a:prstGeom>
          <a:solidFill>
            <a:srgbClr val="DBE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 name="Google Shape;71;p6"/>
          <p:cNvSpPr txBox="1"/>
          <p:nvPr>
            <p:ph type="title"/>
          </p:nvPr>
        </p:nvSpPr>
        <p:spPr>
          <a:xfrm rot="-5400000">
            <a:off x="575672" y="4121035"/>
            <a:ext cx="3337712" cy="639195"/>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p:nvPr>
            <p:ph idx="2" type="pic"/>
          </p:nvPr>
        </p:nvSpPr>
        <p:spPr>
          <a:xfrm>
            <a:off x="4414645" y="758825"/>
            <a:ext cx="599148" cy="600075"/>
          </a:xfrm>
          <a:prstGeom prst="rect">
            <a:avLst/>
          </a:prstGeom>
          <a:noFill/>
          <a:ln>
            <a:noFill/>
          </a:ln>
        </p:spPr>
      </p:sp>
      <p:sp>
        <p:nvSpPr>
          <p:cNvPr id="73" name="Google Shape;73;p6"/>
          <p:cNvSpPr txBox="1"/>
          <p:nvPr>
            <p:ph idx="1" type="body"/>
          </p:nvPr>
        </p:nvSpPr>
        <p:spPr>
          <a:xfrm>
            <a:off x="4414645" y="1388209"/>
            <a:ext cx="3281555"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
          <p:cNvSpPr txBox="1"/>
          <p:nvPr>
            <p:ph idx="3" type="body"/>
          </p:nvPr>
        </p:nvSpPr>
        <p:spPr>
          <a:xfrm>
            <a:off x="4414645" y="1767713"/>
            <a:ext cx="3281555" cy="1125740"/>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
          <p:cNvSpPr/>
          <p:nvPr>
            <p:ph idx="4" type="pic"/>
          </p:nvPr>
        </p:nvSpPr>
        <p:spPr>
          <a:xfrm>
            <a:off x="4414645" y="3251858"/>
            <a:ext cx="599148" cy="600075"/>
          </a:xfrm>
          <a:prstGeom prst="rect">
            <a:avLst/>
          </a:prstGeom>
          <a:noFill/>
          <a:ln>
            <a:noFill/>
          </a:ln>
        </p:spPr>
      </p:sp>
      <p:sp>
        <p:nvSpPr>
          <p:cNvPr id="76" name="Google Shape;76;p6"/>
          <p:cNvSpPr txBox="1"/>
          <p:nvPr>
            <p:ph idx="5" type="body"/>
          </p:nvPr>
        </p:nvSpPr>
        <p:spPr>
          <a:xfrm>
            <a:off x="4414645" y="3866925"/>
            <a:ext cx="3281555" cy="428891"/>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
          <p:cNvSpPr txBox="1"/>
          <p:nvPr>
            <p:ph idx="6" type="body"/>
          </p:nvPr>
        </p:nvSpPr>
        <p:spPr>
          <a:xfrm>
            <a:off x="4414645" y="4248925"/>
            <a:ext cx="3281555" cy="142921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6"/>
          <p:cNvSpPr/>
          <p:nvPr>
            <p:ph idx="7" type="pic"/>
          </p:nvPr>
        </p:nvSpPr>
        <p:spPr>
          <a:xfrm>
            <a:off x="8077157" y="773142"/>
            <a:ext cx="599148" cy="600075"/>
          </a:xfrm>
          <a:prstGeom prst="rect">
            <a:avLst/>
          </a:prstGeom>
          <a:noFill/>
          <a:ln>
            <a:noFill/>
          </a:ln>
        </p:spPr>
      </p:sp>
      <p:sp>
        <p:nvSpPr>
          <p:cNvPr id="79" name="Google Shape;79;p6"/>
          <p:cNvSpPr txBox="1"/>
          <p:nvPr>
            <p:ph idx="8" type="body"/>
          </p:nvPr>
        </p:nvSpPr>
        <p:spPr>
          <a:xfrm>
            <a:off x="8072244" y="1388209"/>
            <a:ext cx="3281556" cy="426393"/>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6"/>
          <p:cNvSpPr txBox="1"/>
          <p:nvPr>
            <p:ph idx="9" type="body"/>
          </p:nvPr>
        </p:nvSpPr>
        <p:spPr>
          <a:xfrm>
            <a:off x="8072244" y="1767713"/>
            <a:ext cx="3281556" cy="1125740"/>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
          <p:cNvSpPr/>
          <p:nvPr>
            <p:ph idx="13" type="pic"/>
          </p:nvPr>
        </p:nvSpPr>
        <p:spPr>
          <a:xfrm>
            <a:off x="8072244" y="3237794"/>
            <a:ext cx="599148" cy="600075"/>
          </a:xfrm>
          <a:prstGeom prst="rect">
            <a:avLst/>
          </a:prstGeom>
          <a:noFill/>
          <a:ln>
            <a:noFill/>
          </a:ln>
        </p:spPr>
      </p:sp>
      <p:sp>
        <p:nvSpPr>
          <p:cNvPr id="82" name="Google Shape;82;p6"/>
          <p:cNvSpPr txBox="1"/>
          <p:nvPr>
            <p:ph idx="14" type="body"/>
          </p:nvPr>
        </p:nvSpPr>
        <p:spPr>
          <a:xfrm>
            <a:off x="8072244" y="3866925"/>
            <a:ext cx="3281556" cy="428891"/>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6"/>
          <p:cNvSpPr txBox="1"/>
          <p:nvPr>
            <p:ph idx="15" type="body"/>
          </p:nvPr>
        </p:nvSpPr>
        <p:spPr>
          <a:xfrm>
            <a:off x="8072244" y="4248925"/>
            <a:ext cx="3281556" cy="142921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6"/>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Overview">
  <p:cSld name="Product Overview">
    <p:spTree>
      <p:nvGrpSpPr>
        <p:cNvPr id="87" name="Shape 87"/>
        <p:cNvGrpSpPr/>
        <p:nvPr/>
      </p:nvGrpSpPr>
      <p:grpSpPr>
        <a:xfrm>
          <a:off x="0" y="0"/>
          <a:ext cx="0" cy="0"/>
          <a:chOff x="0" y="0"/>
          <a:chExt cx="0" cy="0"/>
        </a:xfrm>
      </p:grpSpPr>
      <p:sp>
        <p:nvSpPr>
          <p:cNvPr id="88" name="Google Shape;88;p7"/>
          <p:cNvSpPr/>
          <p:nvPr>
            <p:ph idx="2" type="pic"/>
          </p:nvPr>
        </p:nvSpPr>
        <p:spPr>
          <a:xfrm>
            <a:off x="0" y="466725"/>
            <a:ext cx="4858139" cy="5924550"/>
          </a:xfrm>
          <a:prstGeom prst="rect">
            <a:avLst/>
          </a:prstGeom>
          <a:noFill/>
          <a:ln>
            <a:noFill/>
          </a:ln>
        </p:spPr>
      </p:sp>
      <p:sp>
        <p:nvSpPr>
          <p:cNvPr id="89" name="Google Shape;89;p7"/>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75707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75707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7"/>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cap="none">
                <a:solidFill>
                  <a:srgbClr val="757070"/>
                </a:solidFill>
                <a:latin typeface="Arial"/>
                <a:ea typeface="Arial"/>
                <a:cs typeface="Arial"/>
                <a:sym typeface="Arial"/>
              </a:defRPr>
            </a:lvl1pPr>
            <a:lvl2pPr indent="0" lvl="1" marL="0" algn="r">
              <a:spcBef>
                <a:spcPts val="0"/>
              </a:spcBef>
              <a:buNone/>
              <a:defRPr sz="1000" cap="none">
                <a:solidFill>
                  <a:srgbClr val="757070"/>
                </a:solidFill>
                <a:latin typeface="Arial"/>
                <a:ea typeface="Arial"/>
                <a:cs typeface="Arial"/>
                <a:sym typeface="Arial"/>
              </a:defRPr>
            </a:lvl2pPr>
            <a:lvl3pPr indent="0" lvl="2" marL="0" algn="r">
              <a:spcBef>
                <a:spcPts val="0"/>
              </a:spcBef>
              <a:buNone/>
              <a:defRPr sz="1000" cap="none">
                <a:solidFill>
                  <a:srgbClr val="757070"/>
                </a:solidFill>
                <a:latin typeface="Arial"/>
                <a:ea typeface="Arial"/>
                <a:cs typeface="Arial"/>
                <a:sym typeface="Arial"/>
              </a:defRPr>
            </a:lvl3pPr>
            <a:lvl4pPr indent="0" lvl="3" marL="0" algn="r">
              <a:spcBef>
                <a:spcPts val="0"/>
              </a:spcBef>
              <a:buNone/>
              <a:defRPr sz="1000" cap="none">
                <a:solidFill>
                  <a:srgbClr val="757070"/>
                </a:solidFill>
                <a:latin typeface="Arial"/>
                <a:ea typeface="Arial"/>
                <a:cs typeface="Arial"/>
                <a:sym typeface="Arial"/>
              </a:defRPr>
            </a:lvl4pPr>
            <a:lvl5pPr indent="0" lvl="4" marL="0" algn="r">
              <a:spcBef>
                <a:spcPts val="0"/>
              </a:spcBef>
              <a:buNone/>
              <a:defRPr sz="1000" cap="none">
                <a:solidFill>
                  <a:srgbClr val="757070"/>
                </a:solidFill>
                <a:latin typeface="Arial"/>
                <a:ea typeface="Arial"/>
                <a:cs typeface="Arial"/>
                <a:sym typeface="Arial"/>
              </a:defRPr>
            </a:lvl5pPr>
            <a:lvl6pPr indent="0" lvl="5" marL="0" algn="r">
              <a:spcBef>
                <a:spcPts val="0"/>
              </a:spcBef>
              <a:buNone/>
              <a:defRPr sz="1000" cap="none">
                <a:solidFill>
                  <a:srgbClr val="757070"/>
                </a:solidFill>
                <a:latin typeface="Arial"/>
                <a:ea typeface="Arial"/>
                <a:cs typeface="Arial"/>
                <a:sym typeface="Arial"/>
              </a:defRPr>
            </a:lvl6pPr>
            <a:lvl7pPr indent="0" lvl="6" marL="0" algn="r">
              <a:spcBef>
                <a:spcPts val="0"/>
              </a:spcBef>
              <a:buNone/>
              <a:defRPr sz="1000" cap="none">
                <a:solidFill>
                  <a:srgbClr val="757070"/>
                </a:solidFill>
                <a:latin typeface="Arial"/>
                <a:ea typeface="Arial"/>
                <a:cs typeface="Arial"/>
                <a:sym typeface="Arial"/>
              </a:defRPr>
            </a:lvl7pPr>
            <a:lvl8pPr indent="0" lvl="7" marL="0" algn="r">
              <a:spcBef>
                <a:spcPts val="0"/>
              </a:spcBef>
              <a:buNone/>
              <a:defRPr sz="1000" cap="none">
                <a:solidFill>
                  <a:srgbClr val="757070"/>
                </a:solidFill>
                <a:latin typeface="Arial"/>
                <a:ea typeface="Arial"/>
                <a:cs typeface="Arial"/>
                <a:sym typeface="Arial"/>
              </a:defRPr>
            </a:lvl8pPr>
            <a:lvl9pPr indent="0" lvl="8" marL="0" algn="r">
              <a:spcBef>
                <a:spcPts val="0"/>
              </a:spcBef>
              <a:buNone/>
              <a:defRPr sz="1000" cap="none">
                <a:solidFill>
                  <a:srgbClr val="75707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7"/>
          <p:cNvSpPr txBox="1"/>
          <p:nvPr>
            <p:ph idx="1" type="body"/>
          </p:nvPr>
        </p:nvSpPr>
        <p:spPr>
          <a:xfrm>
            <a:off x="5598135" y="2759613"/>
            <a:ext cx="2824355" cy="111756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7"/>
          <p:cNvSpPr txBox="1"/>
          <p:nvPr>
            <p:ph idx="3" type="body"/>
          </p:nvPr>
        </p:nvSpPr>
        <p:spPr>
          <a:xfrm>
            <a:off x="5598135" y="2176946"/>
            <a:ext cx="2824355" cy="58153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7"/>
          <p:cNvSpPr txBox="1"/>
          <p:nvPr>
            <p:ph idx="4" type="body"/>
          </p:nvPr>
        </p:nvSpPr>
        <p:spPr>
          <a:xfrm>
            <a:off x="8845966" y="2759613"/>
            <a:ext cx="2595758" cy="111756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7"/>
          <p:cNvSpPr txBox="1"/>
          <p:nvPr>
            <p:ph idx="5" type="body"/>
          </p:nvPr>
        </p:nvSpPr>
        <p:spPr>
          <a:xfrm>
            <a:off x="8845966" y="2176946"/>
            <a:ext cx="2595758" cy="58153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7"/>
          <p:cNvSpPr txBox="1"/>
          <p:nvPr>
            <p:ph idx="6" type="body"/>
          </p:nvPr>
        </p:nvSpPr>
        <p:spPr>
          <a:xfrm>
            <a:off x="5598135" y="4712146"/>
            <a:ext cx="2824355" cy="111756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7"/>
          <p:cNvSpPr txBox="1"/>
          <p:nvPr>
            <p:ph idx="7" type="body"/>
          </p:nvPr>
        </p:nvSpPr>
        <p:spPr>
          <a:xfrm>
            <a:off x="5598135" y="4129479"/>
            <a:ext cx="2824355" cy="58153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7"/>
          <p:cNvSpPr txBox="1"/>
          <p:nvPr>
            <p:ph idx="8" type="body"/>
          </p:nvPr>
        </p:nvSpPr>
        <p:spPr>
          <a:xfrm>
            <a:off x="8845966" y="4712146"/>
            <a:ext cx="2595758" cy="111756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7"/>
          <p:cNvSpPr txBox="1"/>
          <p:nvPr>
            <p:ph idx="9" type="body"/>
          </p:nvPr>
        </p:nvSpPr>
        <p:spPr>
          <a:xfrm>
            <a:off x="8845966" y="4129479"/>
            <a:ext cx="2595758" cy="58153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7"/>
          <p:cNvSpPr txBox="1"/>
          <p:nvPr>
            <p:ph type="title"/>
          </p:nvPr>
        </p:nvSpPr>
        <p:spPr>
          <a:xfrm>
            <a:off x="5586411" y="941112"/>
            <a:ext cx="6074545" cy="639192"/>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Competition">
  <p:cSld name="Our Competition">
    <p:spTree>
      <p:nvGrpSpPr>
        <p:cNvPr id="101" name="Shape 101"/>
        <p:cNvGrpSpPr/>
        <p:nvPr/>
      </p:nvGrpSpPr>
      <p:grpSpPr>
        <a:xfrm>
          <a:off x="0" y="0"/>
          <a:ext cx="0" cy="0"/>
          <a:chOff x="0" y="0"/>
          <a:chExt cx="0" cy="0"/>
        </a:xfrm>
      </p:grpSpPr>
      <p:sp>
        <p:nvSpPr>
          <p:cNvPr id="102" name="Google Shape;102;p8"/>
          <p:cNvSpPr/>
          <p:nvPr>
            <p:ph idx="2" type="pic"/>
          </p:nvPr>
        </p:nvSpPr>
        <p:spPr>
          <a:xfrm>
            <a:off x="7333860" y="466725"/>
            <a:ext cx="4858139" cy="5924550"/>
          </a:xfrm>
          <a:prstGeom prst="rect">
            <a:avLst/>
          </a:prstGeom>
          <a:noFill/>
          <a:ln>
            <a:noFill/>
          </a:ln>
        </p:spPr>
      </p:sp>
      <p:sp>
        <p:nvSpPr>
          <p:cNvPr id="103" name="Google Shape;103;p8"/>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8"/>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8"/>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8"/>
          <p:cNvSpPr txBox="1"/>
          <p:nvPr>
            <p:ph idx="1" type="body"/>
          </p:nvPr>
        </p:nvSpPr>
        <p:spPr>
          <a:xfrm>
            <a:off x="757045" y="2387634"/>
            <a:ext cx="2824355" cy="3392805"/>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15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8"/>
          <p:cNvSpPr txBox="1"/>
          <p:nvPr>
            <p:ph idx="3" type="body"/>
          </p:nvPr>
        </p:nvSpPr>
        <p:spPr>
          <a:xfrm>
            <a:off x="757045" y="1804968"/>
            <a:ext cx="2824355" cy="58153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8"/>
          <p:cNvSpPr txBox="1"/>
          <p:nvPr>
            <p:ph idx="4" type="body"/>
          </p:nvPr>
        </p:nvSpPr>
        <p:spPr>
          <a:xfrm>
            <a:off x="4045452" y="2385650"/>
            <a:ext cx="2824355" cy="3392805"/>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15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8"/>
          <p:cNvSpPr txBox="1"/>
          <p:nvPr>
            <p:ph idx="5" type="body"/>
          </p:nvPr>
        </p:nvSpPr>
        <p:spPr>
          <a:xfrm>
            <a:off x="4045452" y="1802984"/>
            <a:ext cx="2824355" cy="58153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4"/>
              </a:buClr>
              <a:buSzPts val="1600"/>
              <a:buNone/>
              <a:defRPr sz="16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8"/>
          <p:cNvSpPr txBox="1"/>
          <p:nvPr>
            <p:ph type="title"/>
          </p:nvPr>
        </p:nvSpPr>
        <p:spPr>
          <a:xfrm>
            <a:off x="724203" y="671808"/>
            <a:ext cx="6041907" cy="639192"/>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Competition v2">
  <p:cSld name="Our Competition v2">
    <p:spTree>
      <p:nvGrpSpPr>
        <p:cNvPr id="111" name="Shape 111"/>
        <p:cNvGrpSpPr/>
        <p:nvPr/>
      </p:nvGrpSpPr>
      <p:grpSpPr>
        <a:xfrm>
          <a:off x="0" y="0"/>
          <a:ext cx="0" cy="0"/>
          <a:chOff x="0" y="0"/>
          <a:chExt cx="0" cy="0"/>
        </a:xfrm>
      </p:grpSpPr>
      <p:sp>
        <p:nvSpPr>
          <p:cNvPr id="112" name="Google Shape;112;p9"/>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9"/>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9"/>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15" name="Google Shape;115;p9"/>
          <p:cNvCxnSpPr/>
          <p:nvPr/>
        </p:nvCxnSpPr>
        <p:spPr>
          <a:xfrm>
            <a:off x="6150567" y="2200739"/>
            <a:ext cx="0" cy="3469926"/>
          </a:xfrm>
          <a:prstGeom prst="straightConnector1">
            <a:avLst/>
          </a:prstGeom>
          <a:noFill/>
          <a:ln cap="flat" cmpd="sng" w="19050">
            <a:solidFill>
              <a:srgbClr val="7F7F7F"/>
            </a:solidFill>
            <a:prstDash val="solid"/>
            <a:miter lim="800000"/>
            <a:headEnd len="sm" w="sm" type="none"/>
            <a:tailEnd len="sm" w="sm" type="none"/>
          </a:ln>
        </p:spPr>
      </p:cxnSp>
      <p:cxnSp>
        <p:nvCxnSpPr>
          <p:cNvPr id="116" name="Google Shape;116;p9"/>
          <p:cNvCxnSpPr/>
          <p:nvPr/>
        </p:nvCxnSpPr>
        <p:spPr>
          <a:xfrm rot="10800000">
            <a:off x="2545167" y="3935702"/>
            <a:ext cx="7101667" cy="0"/>
          </a:xfrm>
          <a:prstGeom prst="straightConnector1">
            <a:avLst/>
          </a:prstGeom>
          <a:noFill/>
          <a:ln cap="flat" cmpd="sng" w="19050">
            <a:solidFill>
              <a:srgbClr val="7F7F7F"/>
            </a:solidFill>
            <a:prstDash val="solid"/>
            <a:miter lim="800000"/>
            <a:headEnd len="sm" w="sm" type="none"/>
            <a:tailEnd len="sm" w="sm" type="none"/>
          </a:ln>
        </p:spPr>
      </p:cxnSp>
      <p:sp>
        <p:nvSpPr>
          <p:cNvPr id="117" name="Google Shape;117;p9"/>
          <p:cNvSpPr txBox="1"/>
          <p:nvPr>
            <p:ph idx="1" type="body"/>
          </p:nvPr>
        </p:nvSpPr>
        <p:spPr>
          <a:xfrm>
            <a:off x="5278036" y="1767731"/>
            <a:ext cx="1706966" cy="426393"/>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rgbClr val="7F7F7F"/>
              </a:buClr>
              <a:buSzPts val="1400"/>
              <a:buNone/>
              <a:defRPr sz="1400" cap="none">
                <a:solidFill>
                  <a:srgbClr val="7F7F7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9"/>
          <p:cNvSpPr txBox="1"/>
          <p:nvPr>
            <p:ph idx="2" type="body"/>
          </p:nvPr>
        </p:nvSpPr>
        <p:spPr>
          <a:xfrm>
            <a:off x="5278035" y="5683895"/>
            <a:ext cx="1706966" cy="42639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7F7F7F"/>
              </a:buClr>
              <a:buSzPts val="1400"/>
              <a:buNone/>
              <a:defRPr sz="1400" cap="none">
                <a:solidFill>
                  <a:srgbClr val="7F7F7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9"/>
          <p:cNvSpPr txBox="1"/>
          <p:nvPr>
            <p:ph idx="3" type="body"/>
          </p:nvPr>
        </p:nvSpPr>
        <p:spPr>
          <a:xfrm>
            <a:off x="838200" y="3792884"/>
            <a:ext cx="1706966" cy="426393"/>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rgbClr val="7F7F7F"/>
              </a:buClr>
              <a:buSzPts val="1400"/>
              <a:buNone/>
              <a:defRPr sz="1400" cap="none">
                <a:solidFill>
                  <a:srgbClr val="7F7F7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9"/>
          <p:cNvSpPr txBox="1"/>
          <p:nvPr>
            <p:ph idx="4" type="body"/>
          </p:nvPr>
        </p:nvSpPr>
        <p:spPr>
          <a:xfrm>
            <a:off x="9646834" y="3792884"/>
            <a:ext cx="1706966" cy="42639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7F7F7F"/>
              </a:buClr>
              <a:buSzPts val="1400"/>
              <a:buNone/>
              <a:defRPr sz="1400" cap="none">
                <a:solidFill>
                  <a:srgbClr val="7F7F7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9"/>
          <p:cNvSpPr txBox="1"/>
          <p:nvPr>
            <p:ph idx="5" type="body"/>
          </p:nvPr>
        </p:nvSpPr>
        <p:spPr>
          <a:xfrm>
            <a:off x="6985000" y="2740969"/>
            <a:ext cx="1929792" cy="426393"/>
          </a:xfrm>
          <a:prstGeom prst="rect">
            <a:avLst/>
          </a:prstGeom>
          <a:noFill/>
          <a:ln>
            <a:noFill/>
          </a:ln>
        </p:spPr>
        <p:txBody>
          <a:bodyPr anchorCtr="0" anchor="ctr" bIns="45700" lIns="91425" spcFirstLastPara="1" rIns="91425" wrap="square" tIns="45700">
            <a:noAutofit/>
          </a:bodyPr>
          <a:lstStyle>
            <a:lvl1pPr indent="-228600" lvl="0" marL="457200" algn="ctr">
              <a:lnSpc>
                <a:spcPct val="80000"/>
              </a:lnSpc>
              <a:spcBef>
                <a:spcPts val="0"/>
              </a:spcBef>
              <a:spcAft>
                <a:spcPts val="0"/>
              </a:spcAft>
              <a:buClr>
                <a:schemeClr val="lt1"/>
              </a:buClr>
              <a:buSzPts val="2000"/>
              <a:buNone/>
              <a:defRPr sz="20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9"/>
          <p:cNvSpPr txBox="1"/>
          <p:nvPr>
            <p:ph idx="6" type="body"/>
          </p:nvPr>
        </p:nvSpPr>
        <p:spPr>
          <a:xfrm>
            <a:off x="4859358" y="4263233"/>
            <a:ext cx="913553" cy="42639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9"/>
          <p:cNvSpPr txBox="1"/>
          <p:nvPr>
            <p:ph idx="7" type="body"/>
          </p:nvPr>
        </p:nvSpPr>
        <p:spPr>
          <a:xfrm>
            <a:off x="3945805" y="5001059"/>
            <a:ext cx="913553" cy="42639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9"/>
          <p:cNvSpPr txBox="1"/>
          <p:nvPr>
            <p:ph idx="8" type="body"/>
          </p:nvPr>
        </p:nvSpPr>
        <p:spPr>
          <a:xfrm>
            <a:off x="6528224" y="4328700"/>
            <a:ext cx="913553" cy="42639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9"/>
          <p:cNvSpPr txBox="1"/>
          <p:nvPr>
            <p:ph idx="9" type="body"/>
          </p:nvPr>
        </p:nvSpPr>
        <p:spPr>
          <a:xfrm>
            <a:off x="8464942" y="4956195"/>
            <a:ext cx="913553" cy="42639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9"/>
          <p:cNvSpPr txBox="1"/>
          <p:nvPr>
            <p:ph idx="13" type="body"/>
          </p:nvPr>
        </p:nvSpPr>
        <p:spPr>
          <a:xfrm>
            <a:off x="3696547" y="2870279"/>
            <a:ext cx="913553" cy="42639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9"/>
          <p:cNvSpPr txBox="1"/>
          <p:nvPr>
            <p:ph type="title"/>
          </p:nvPr>
        </p:nvSpPr>
        <p:spPr>
          <a:xfrm>
            <a:off x="724203" y="671807"/>
            <a:ext cx="10629597" cy="645807"/>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ction">
  <p:cSld name="Traction">
    <p:spTree>
      <p:nvGrpSpPr>
        <p:cNvPr id="128" name="Shape 128"/>
        <p:cNvGrpSpPr/>
        <p:nvPr/>
      </p:nvGrpSpPr>
      <p:grpSpPr>
        <a:xfrm>
          <a:off x="0" y="0"/>
          <a:ext cx="0" cy="0"/>
          <a:chOff x="0" y="0"/>
          <a:chExt cx="0" cy="0"/>
        </a:xfrm>
      </p:grpSpPr>
      <p:sp>
        <p:nvSpPr>
          <p:cNvPr id="129" name="Google Shape;129;p10"/>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0"/>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0"/>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10"/>
          <p:cNvSpPr txBox="1"/>
          <p:nvPr>
            <p:ph idx="1" type="body"/>
          </p:nvPr>
        </p:nvSpPr>
        <p:spPr>
          <a:xfrm>
            <a:off x="827900" y="1172060"/>
            <a:ext cx="5829300" cy="537864"/>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0"/>
          <p:cNvSpPr txBox="1"/>
          <p:nvPr>
            <p:ph idx="2" type="body"/>
          </p:nvPr>
        </p:nvSpPr>
        <p:spPr>
          <a:xfrm>
            <a:off x="6785497" y="2172381"/>
            <a:ext cx="4487220" cy="448769"/>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1800"/>
              <a:buNone/>
              <a:defRPr sz="1800" cap="none">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0"/>
          <p:cNvSpPr txBox="1"/>
          <p:nvPr>
            <p:ph idx="3" type="body"/>
          </p:nvPr>
        </p:nvSpPr>
        <p:spPr>
          <a:xfrm>
            <a:off x="910838" y="2172381"/>
            <a:ext cx="5007023" cy="448769"/>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1800"/>
              <a:buNone/>
              <a:defRPr sz="1800" cap="none">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0"/>
          <p:cNvSpPr txBox="1"/>
          <p:nvPr>
            <p:ph idx="4" type="body"/>
          </p:nvPr>
        </p:nvSpPr>
        <p:spPr>
          <a:xfrm>
            <a:off x="906463" y="2752724"/>
            <a:ext cx="5007022" cy="32924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0"/>
          <p:cNvSpPr txBox="1"/>
          <p:nvPr>
            <p:ph idx="5" type="body"/>
          </p:nvPr>
        </p:nvSpPr>
        <p:spPr>
          <a:xfrm>
            <a:off x="6785497" y="2747768"/>
            <a:ext cx="4500041" cy="32924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0"/>
          <p:cNvSpPr txBox="1"/>
          <p:nvPr>
            <p:ph type="title"/>
          </p:nvPr>
        </p:nvSpPr>
        <p:spPr>
          <a:xfrm>
            <a:off x="827900" y="671808"/>
            <a:ext cx="5829300" cy="639192"/>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s">
  <p:cSld name="Financials">
    <p:spTree>
      <p:nvGrpSpPr>
        <p:cNvPr id="138" name="Shape 138"/>
        <p:cNvGrpSpPr/>
        <p:nvPr/>
      </p:nvGrpSpPr>
      <p:grpSpPr>
        <a:xfrm>
          <a:off x="0" y="0"/>
          <a:ext cx="0" cy="0"/>
          <a:chOff x="0" y="0"/>
          <a:chExt cx="0" cy="0"/>
        </a:xfrm>
      </p:grpSpPr>
      <p:sp>
        <p:nvSpPr>
          <p:cNvPr id="139" name="Google Shape;139;p11"/>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75707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1"/>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75707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1"/>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cap="none">
                <a:solidFill>
                  <a:srgbClr val="757070"/>
                </a:solidFill>
                <a:latin typeface="Arial"/>
                <a:ea typeface="Arial"/>
                <a:cs typeface="Arial"/>
                <a:sym typeface="Arial"/>
              </a:defRPr>
            </a:lvl1pPr>
            <a:lvl2pPr indent="0" lvl="1" marL="0" algn="r">
              <a:spcBef>
                <a:spcPts val="0"/>
              </a:spcBef>
              <a:buNone/>
              <a:defRPr sz="1000" cap="none">
                <a:solidFill>
                  <a:srgbClr val="757070"/>
                </a:solidFill>
                <a:latin typeface="Arial"/>
                <a:ea typeface="Arial"/>
                <a:cs typeface="Arial"/>
                <a:sym typeface="Arial"/>
              </a:defRPr>
            </a:lvl2pPr>
            <a:lvl3pPr indent="0" lvl="2" marL="0" algn="r">
              <a:spcBef>
                <a:spcPts val="0"/>
              </a:spcBef>
              <a:buNone/>
              <a:defRPr sz="1000" cap="none">
                <a:solidFill>
                  <a:srgbClr val="757070"/>
                </a:solidFill>
                <a:latin typeface="Arial"/>
                <a:ea typeface="Arial"/>
                <a:cs typeface="Arial"/>
                <a:sym typeface="Arial"/>
              </a:defRPr>
            </a:lvl3pPr>
            <a:lvl4pPr indent="0" lvl="3" marL="0" algn="r">
              <a:spcBef>
                <a:spcPts val="0"/>
              </a:spcBef>
              <a:buNone/>
              <a:defRPr sz="1000" cap="none">
                <a:solidFill>
                  <a:srgbClr val="757070"/>
                </a:solidFill>
                <a:latin typeface="Arial"/>
                <a:ea typeface="Arial"/>
                <a:cs typeface="Arial"/>
                <a:sym typeface="Arial"/>
              </a:defRPr>
            </a:lvl4pPr>
            <a:lvl5pPr indent="0" lvl="4" marL="0" algn="r">
              <a:spcBef>
                <a:spcPts val="0"/>
              </a:spcBef>
              <a:buNone/>
              <a:defRPr sz="1000" cap="none">
                <a:solidFill>
                  <a:srgbClr val="757070"/>
                </a:solidFill>
                <a:latin typeface="Arial"/>
                <a:ea typeface="Arial"/>
                <a:cs typeface="Arial"/>
                <a:sym typeface="Arial"/>
              </a:defRPr>
            </a:lvl5pPr>
            <a:lvl6pPr indent="0" lvl="5" marL="0" algn="r">
              <a:spcBef>
                <a:spcPts val="0"/>
              </a:spcBef>
              <a:buNone/>
              <a:defRPr sz="1000" cap="none">
                <a:solidFill>
                  <a:srgbClr val="757070"/>
                </a:solidFill>
                <a:latin typeface="Arial"/>
                <a:ea typeface="Arial"/>
                <a:cs typeface="Arial"/>
                <a:sym typeface="Arial"/>
              </a:defRPr>
            </a:lvl6pPr>
            <a:lvl7pPr indent="0" lvl="6" marL="0" algn="r">
              <a:spcBef>
                <a:spcPts val="0"/>
              </a:spcBef>
              <a:buNone/>
              <a:defRPr sz="1000" cap="none">
                <a:solidFill>
                  <a:srgbClr val="757070"/>
                </a:solidFill>
                <a:latin typeface="Arial"/>
                <a:ea typeface="Arial"/>
                <a:cs typeface="Arial"/>
                <a:sym typeface="Arial"/>
              </a:defRPr>
            </a:lvl7pPr>
            <a:lvl8pPr indent="0" lvl="7" marL="0" algn="r">
              <a:spcBef>
                <a:spcPts val="0"/>
              </a:spcBef>
              <a:buNone/>
              <a:defRPr sz="1000" cap="none">
                <a:solidFill>
                  <a:srgbClr val="757070"/>
                </a:solidFill>
                <a:latin typeface="Arial"/>
                <a:ea typeface="Arial"/>
                <a:cs typeface="Arial"/>
                <a:sym typeface="Arial"/>
              </a:defRPr>
            </a:lvl8pPr>
            <a:lvl9pPr indent="0" lvl="8" marL="0" algn="r">
              <a:spcBef>
                <a:spcPts val="0"/>
              </a:spcBef>
              <a:buNone/>
              <a:defRPr sz="1000" cap="none">
                <a:solidFill>
                  <a:srgbClr val="75707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2" name="Google Shape;142;p11"/>
          <p:cNvSpPr/>
          <p:nvPr/>
        </p:nvSpPr>
        <p:spPr>
          <a:xfrm>
            <a:off x="9393543" y="0"/>
            <a:ext cx="1855263" cy="4459951"/>
          </a:xfrm>
          <a:prstGeom prst="rect">
            <a:avLst/>
          </a:prstGeom>
          <a:solidFill>
            <a:srgbClr val="DBE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11"/>
          <p:cNvSpPr txBox="1"/>
          <p:nvPr>
            <p:ph type="title"/>
          </p:nvPr>
        </p:nvSpPr>
        <p:spPr>
          <a:xfrm rot="5400000">
            <a:off x="8333552" y="3930709"/>
            <a:ext cx="3975244" cy="996551"/>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ing">
  <p:cSld name="Funding">
    <p:spTree>
      <p:nvGrpSpPr>
        <p:cNvPr id="144" name="Shape 144"/>
        <p:cNvGrpSpPr/>
        <p:nvPr/>
      </p:nvGrpSpPr>
      <p:grpSpPr>
        <a:xfrm>
          <a:off x="0" y="0"/>
          <a:ext cx="0" cy="0"/>
          <a:chOff x="0" y="0"/>
          <a:chExt cx="0" cy="0"/>
        </a:xfrm>
      </p:grpSpPr>
      <p:sp>
        <p:nvSpPr>
          <p:cNvPr id="145" name="Google Shape;145;p12"/>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2"/>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2"/>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8" name="Google Shape;148;p12"/>
          <p:cNvSpPr/>
          <p:nvPr/>
        </p:nvSpPr>
        <p:spPr>
          <a:xfrm rot="5400000">
            <a:off x="9766385" y="-1006534"/>
            <a:ext cx="972645" cy="3924298"/>
          </a:xfrm>
          <a:prstGeom prst="rect">
            <a:avLst/>
          </a:prstGeom>
          <a:solidFill>
            <a:srgbClr val="DBE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 name="Google Shape;149;p12"/>
          <p:cNvSpPr txBox="1"/>
          <p:nvPr>
            <p:ph idx="1" type="body"/>
          </p:nvPr>
        </p:nvSpPr>
        <p:spPr>
          <a:xfrm rot="-5400000">
            <a:off x="562550" y="3063183"/>
            <a:ext cx="2387816" cy="448769"/>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1000"/>
              </a:spcBef>
              <a:spcAft>
                <a:spcPts val="0"/>
              </a:spcAft>
              <a:buClr>
                <a:schemeClr val="accent1"/>
              </a:buClr>
              <a:buSzPts val="2400"/>
              <a:buNone/>
              <a:defRPr sz="2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2"/>
          <p:cNvSpPr txBox="1"/>
          <p:nvPr>
            <p:ph idx="2" type="body"/>
          </p:nvPr>
        </p:nvSpPr>
        <p:spPr>
          <a:xfrm rot="-5400000">
            <a:off x="3226739" y="3063183"/>
            <a:ext cx="2387816" cy="448769"/>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1000"/>
              </a:spcBef>
              <a:spcAft>
                <a:spcPts val="0"/>
              </a:spcAft>
              <a:buClr>
                <a:schemeClr val="accent1"/>
              </a:buClr>
              <a:buSzPts val="2400"/>
              <a:buNone/>
              <a:defRPr sz="2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12"/>
          <p:cNvSpPr txBox="1"/>
          <p:nvPr>
            <p:ph idx="3" type="body"/>
          </p:nvPr>
        </p:nvSpPr>
        <p:spPr>
          <a:xfrm rot="-5400000">
            <a:off x="5857430" y="3063181"/>
            <a:ext cx="2387816" cy="448769"/>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1000"/>
              </a:spcBef>
              <a:spcAft>
                <a:spcPts val="0"/>
              </a:spcAft>
              <a:buClr>
                <a:schemeClr val="accent1"/>
              </a:buClr>
              <a:buSzPts val="2400"/>
              <a:buNone/>
              <a:defRPr sz="2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12"/>
          <p:cNvSpPr txBox="1"/>
          <p:nvPr>
            <p:ph idx="4" type="body"/>
          </p:nvPr>
        </p:nvSpPr>
        <p:spPr>
          <a:xfrm rot="-5400000">
            <a:off x="8520742" y="3063180"/>
            <a:ext cx="2387816" cy="448769"/>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1000"/>
              </a:spcBef>
              <a:spcAft>
                <a:spcPts val="0"/>
              </a:spcAft>
              <a:buClr>
                <a:schemeClr val="accent1"/>
              </a:buClr>
              <a:buSzPts val="2400"/>
              <a:buNone/>
              <a:defRPr sz="2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12"/>
          <p:cNvSpPr txBox="1"/>
          <p:nvPr>
            <p:ph idx="5" type="body"/>
          </p:nvPr>
        </p:nvSpPr>
        <p:spPr>
          <a:xfrm>
            <a:off x="838200" y="5154557"/>
            <a:ext cx="2449286" cy="1003155"/>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12"/>
          <p:cNvSpPr txBox="1"/>
          <p:nvPr>
            <p:ph idx="6" type="body"/>
          </p:nvPr>
        </p:nvSpPr>
        <p:spPr>
          <a:xfrm>
            <a:off x="838200" y="4525420"/>
            <a:ext cx="2449286" cy="63919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12"/>
          <p:cNvSpPr txBox="1"/>
          <p:nvPr>
            <p:ph idx="7" type="body"/>
          </p:nvPr>
        </p:nvSpPr>
        <p:spPr>
          <a:xfrm>
            <a:off x="3536069" y="5154557"/>
            <a:ext cx="2449286" cy="1003155"/>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12"/>
          <p:cNvSpPr txBox="1"/>
          <p:nvPr>
            <p:ph idx="8" type="body"/>
          </p:nvPr>
        </p:nvSpPr>
        <p:spPr>
          <a:xfrm>
            <a:off x="3536069" y="4525420"/>
            <a:ext cx="2449286" cy="63919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12"/>
          <p:cNvSpPr txBox="1"/>
          <p:nvPr>
            <p:ph idx="9" type="body"/>
          </p:nvPr>
        </p:nvSpPr>
        <p:spPr>
          <a:xfrm>
            <a:off x="6211909" y="5154557"/>
            <a:ext cx="2449286" cy="1003155"/>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12"/>
          <p:cNvSpPr txBox="1"/>
          <p:nvPr>
            <p:ph idx="13" type="body"/>
          </p:nvPr>
        </p:nvSpPr>
        <p:spPr>
          <a:xfrm>
            <a:off x="6211909" y="4525420"/>
            <a:ext cx="2449286" cy="63919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12"/>
          <p:cNvSpPr txBox="1"/>
          <p:nvPr>
            <p:ph idx="14" type="body"/>
          </p:nvPr>
        </p:nvSpPr>
        <p:spPr>
          <a:xfrm>
            <a:off x="8904516" y="5154557"/>
            <a:ext cx="2449286" cy="1003155"/>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12"/>
          <p:cNvSpPr txBox="1"/>
          <p:nvPr>
            <p:ph idx="15" type="body"/>
          </p:nvPr>
        </p:nvSpPr>
        <p:spPr>
          <a:xfrm>
            <a:off x="8904516" y="4525420"/>
            <a:ext cx="2449286" cy="63919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12"/>
          <p:cNvSpPr txBox="1"/>
          <p:nvPr>
            <p:ph type="title"/>
          </p:nvPr>
        </p:nvSpPr>
        <p:spPr>
          <a:xfrm>
            <a:off x="5827694" y="658420"/>
            <a:ext cx="3472731" cy="665965"/>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Year Action Plan">
  <p:cSld name="Two-Year Action Plan">
    <p:spTree>
      <p:nvGrpSpPr>
        <p:cNvPr id="162" name="Shape 162"/>
        <p:cNvGrpSpPr/>
        <p:nvPr/>
      </p:nvGrpSpPr>
      <p:grpSpPr>
        <a:xfrm>
          <a:off x="0" y="0"/>
          <a:ext cx="0" cy="0"/>
          <a:chOff x="0" y="0"/>
          <a:chExt cx="0" cy="0"/>
        </a:xfrm>
      </p:grpSpPr>
      <p:sp>
        <p:nvSpPr>
          <p:cNvPr id="163" name="Google Shape;163;p13"/>
          <p:cNvSpPr/>
          <p:nvPr/>
        </p:nvSpPr>
        <p:spPr>
          <a:xfrm rot="5400000">
            <a:off x="1338026" y="-868210"/>
            <a:ext cx="972645" cy="3647654"/>
          </a:xfrm>
          <a:prstGeom prst="rect">
            <a:avLst/>
          </a:prstGeom>
          <a:solidFill>
            <a:srgbClr val="DBE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 name="Google Shape;164;p13"/>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3"/>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3"/>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3"/>
          <p:cNvSpPr txBox="1"/>
          <p:nvPr>
            <p:ph idx="1" type="body"/>
          </p:nvPr>
        </p:nvSpPr>
        <p:spPr>
          <a:xfrm>
            <a:off x="1712346"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13"/>
          <p:cNvSpPr txBox="1"/>
          <p:nvPr>
            <p:ph idx="2" type="body"/>
          </p:nvPr>
        </p:nvSpPr>
        <p:spPr>
          <a:xfrm>
            <a:off x="2501761"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13"/>
          <p:cNvSpPr txBox="1"/>
          <p:nvPr>
            <p:ph idx="3" type="body"/>
          </p:nvPr>
        </p:nvSpPr>
        <p:spPr>
          <a:xfrm>
            <a:off x="3291176"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13"/>
          <p:cNvSpPr txBox="1"/>
          <p:nvPr>
            <p:ph idx="4" type="body"/>
          </p:nvPr>
        </p:nvSpPr>
        <p:spPr>
          <a:xfrm>
            <a:off x="4080591"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13"/>
          <p:cNvSpPr txBox="1"/>
          <p:nvPr>
            <p:ph idx="5" type="body"/>
          </p:nvPr>
        </p:nvSpPr>
        <p:spPr>
          <a:xfrm>
            <a:off x="4810807" y="3170170"/>
            <a:ext cx="61531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13"/>
          <p:cNvSpPr txBox="1"/>
          <p:nvPr>
            <p:ph idx="6" type="body"/>
          </p:nvPr>
        </p:nvSpPr>
        <p:spPr>
          <a:xfrm>
            <a:off x="5659421"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13"/>
          <p:cNvSpPr txBox="1"/>
          <p:nvPr>
            <p:ph idx="7" type="body"/>
          </p:nvPr>
        </p:nvSpPr>
        <p:spPr>
          <a:xfrm>
            <a:off x="6448836"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13"/>
          <p:cNvSpPr txBox="1"/>
          <p:nvPr>
            <p:ph idx="8" type="body"/>
          </p:nvPr>
        </p:nvSpPr>
        <p:spPr>
          <a:xfrm>
            <a:off x="7238251"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13"/>
          <p:cNvSpPr txBox="1"/>
          <p:nvPr>
            <p:ph idx="9" type="body"/>
          </p:nvPr>
        </p:nvSpPr>
        <p:spPr>
          <a:xfrm>
            <a:off x="8027666"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13"/>
          <p:cNvSpPr txBox="1"/>
          <p:nvPr>
            <p:ph idx="13" type="body"/>
          </p:nvPr>
        </p:nvSpPr>
        <p:spPr>
          <a:xfrm>
            <a:off x="8817081"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13"/>
          <p:cNvSpPr txBox="1"/>
          <p:nvPr>
            <p:ph idx="14" type="body"/>
          </p:nvPr>
        </p:nvSpPr>
        <p:spPr>
          <a:xfrm>
            <a:off x="9606496"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13"/>
          <p:cNvSpPr txBox="1"/>
          <p:nvPr>
            <p:ph idx="15" type="body"/>
          </p:nvPr>
        </p:nvSpPr>
        <p:spPr>
          <a:xfrm>
            <a:off x="10395907" y="3170170"/>
            <a:ext cx="495300" cy="652276"/>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13"/>
          <p:cNvSpPr txBox="1"/>
          <p:nvPr>
            <p:ph idx="16" type="body"/>
          </p:nvPr>
        </p:nvSpPr>
        <p:spPr>
          <a:xfrm>
            <a:off x="1712346"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13"/>
          <p:cNvSpPr txBox="1"/>
          <p:nvPr>
            <p:ph idx="17" type="body"/>
          </p:nvPr>
        </p:nvSpPr>
        <p:spPr>
          <a:xfrm>
            <a:off x="2501761"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13"/>
          <p:cNvSpPr txBox="1"/>
          <p:nvPr>
            <p:ph idx="18" type="body"/>
          </p:nvPr>
        </p:nvSpPr>
        <p:spPr>
          <a:xfrm>
            <a:off x="3291176"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13"/>
          <p:cNvSpPr txBox="1"/>
          <p:nvPr>
            <p:ph idx="19" type="body"/>
          </p:nvPr>
        </p:nvSpPr>
        <p:spPr>
          <a:xfrm>
            <a:off x="4080591"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13"/>
          <p:cNvSpPr txBox="1"/>
          <p:nvPr>
            <p:ph idx="20" type="body"/>
          </p:nvPr>
        </p:nvSpPr>
        <p:spPr>
          <a:xfrm>
            <a:off x="4810807" y="4871997"/>
            <a:ext cx="61531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13"/>
          <p:cNvSpPr txBox="1"/>
          <p:nvPr>
            <p:ph idx="21" type="body"/>
          </p:nvPr>
        </p:nvSpPr>
        <p:spPr>
          <a:xfrm>
            <a:off x="5659421"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13"/>
          <p:cNvSpPr txBox="1"/>
          <p:nvPr>
            <p:ph idx="22" type="body"/>
          </p:nvPr>
        </p:nvSpPr>
        <p:spPr>
          <a:xfrm>
            <a:off x="6448836"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13"/>
          <p:cNvSpPr txBox="1"/>
          <p:nvPr>
            <p:ph idx="23" type="body"/>
          </p:nvPr>
        </p:nvSpPr>
        <p:spPr>
          <a:xfrm>
            <a:off x="7238251"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13"/>
          <p:cNvSpPr txBox="1"/>
          <p:nvPr>
            <p:ph idx="24" type="body"/>
          </p:nvPr>
        </p:nvSpPr>
        <p:spPr>
          <a:xfrm>
            <a:off x="8027666"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13"/>
          <p:cNvSpPr txBox="1"/>
          <p:nvPr>
            <p:ph idx="25" type="body"/>
          </p:nvPr>
        </p:nvSpPr>
        <p:spPr>
          <a:xfrm>
            <a:off x="8817081"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13"/>
          <p:cNvSpPr txBox="1"/>
          <p:nvPr>
            <p:ph idx="26" type="body"/>
          </p:nvPr>
        </p:nvSpPr>
        <p:spPr>
          <a:xfrm>
            <a:off x="9606496"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13"/>
          <p:cNvSpPr txBox="1"/>
          <p:nvPr>
            <p:ph idx="27" type="body"/>
          </p:nvPr>
        </p:nvSpPr>
        <p:spPr>
          <a:xfrm>
            <a:off x="10395907" y="4871997"/>
            <a:ext cx="495300" cy="652272"/>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13"/>
          <p:cNvSpPr txBox="1"/>
          <p:nvPr>
            <p:ph idx="28" type="body"/>
          </p:nvPr>
        </p:nvSpPr>
        <p:spPr>
          <a:xfrm>
            <a:off x="696804" y="2720679"/>
            <a:ext cx="1021001" cy="501726"/>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2F4139"/>
              </a:buClr>
              <a:buSzPts val="2000"/>
              <a:buNone/>
              <a:defRPr sz="20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13"/>
          <p:cNvSpPr txBox="1"/>
          <p:nvPr>
            <p:ph idx="29" type="body"/>
          </p:nvPr>
        </p:nvSpPr>
        <p:spPr>
          <a:xfrm>
            <a:off x="696804" y="4418755"/>
            <a:ext cx="1021001" cy="501726"/>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2F4139"/>
              </a:buClr>
              <a:buSzPts val="2000"/>
              <a:buNone/>
              <a:defRPr sz="20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13"/>
          <p:cNvSpPr txBox="1"/>
          <p:nvPr>
            <p:ph idx="30" type="body"/>
          </p:nvPr>
        </p:nvSpPr>
        <p:spPr>
          <a:xfrm>
            <a:off x="2029367" y="2120620"/>
            <a:ext cx="1440088" cy="549528"/>
          </a:xfrm>
          <a:prstGeom prst="rect">
            <a:avLst/>
          </a:prstGeom>
          <a:noFill/>
          <a:ln>
            <a:noFill/>
          </a:ln>
        </p:spPr>
        <p:txBody>
          <a:bodyPr anchorCtr="0" anchor="ctr" bIns="45700" lIns="91425" spcFirstLastPara="1" rIns="91425" wrap="square" tIns="45700">
            <a:noAutofit/>
          </a:bodyPr>
          <a:lstStyle>
            <a:lvl1pPr indent="-228600" lvl="0" marL="457200" algn="ctr">
              <a:lnSpc>
                <a:spcPct val="125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13"/>
          <p:cNvSpPr txBox="1"/>
          <p:nvPr>
            <p:ph idx="31" type="body"/>
          </p:nvPr>
        </p:nvSpPr>
        <p:spPr>
          <a:xfrm>
            <a:off x="4397612" y="2120620"/>
            <a:ext cx="1440088" cy="549528"/>
          </a:xfrm>
          <a:prstGeom prst="rect">
            <a:avLst/>
          </a:prstGeom>
          <a:noFill/>
          <a:ln>
            <a:noFill/>
          </a:ln>
        </p:spPr>
        <p:txBody>
          <a:bodyPr anchorCtr="0" anchor="ctr" bIns="45700" lIns="91425" spcFirstLastPara="1" rIns="91425" wrap="square" tIns="45700">
            <a:noAutofit/>
          </a:bodyPr>
          <a:lstStyle>
            <a:lvl1pPr indent="-228600" lvl="0" marL="457200" algn="ctr">
              <a:lnSpc>
                <a:spcPct val="125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13"/>
          <p:cNvSpPr txBox="1"/>
          <p:nvPr>
            <p:ph idx="32" type="body"/>
          </p:nvPr>
        </p:nvSpPr>
        <p:spPr>
          <a:xfrm>
            <a:off x="8344687" y="2120620"/>
            <a:ext cx="1440088" cy="549528"/>
          </a:xfrm>
          <a:prstGeom prst="rect">
            <a:avLst/>
          </a:prstGeom>
          <a:noFill/>
          <a:ln>
            <a:noFill/>
          </a:ln>
        </p:spPr>
        <p:txBody>
          <a:bodyPr anchorCtr="0" anchor="ctr" bIns="45700" lIns="91425" spcFirstLastPara="1" rIns="91425" wrap="square" tIns="45700">
            <a:noAutofit/>
          </a:bodyPr>
          <a:lstStyle>
            <a:lvl1pPr indent="-228600" lvl="0" marL="457200" algn="ctr">
              <a:lnSpc>
                <a:spcPct val="125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3"/>
          <p:cNvSpPr txBox="1"/>
          <p:nvPr>
            <p:ph idx="33" type="body"/>
          </p:nvPr>
        </p:nvSpPr>
        <p:spPr>
          <a:xfrm>
            <a:off x="2029367" y="3854752"/>
            <a:ext cx="1440088" cy="557165"/>
          </a:xfrm>
          <a:prstGeom prst="rect">
            <a:avLst/>
          </a:prstGeom>
          <a:noFill/>
          <a:ln>
            <a:noFill/>
          </a:ln>
        </p:spPr>
        <p:txBody>
          <a:bodyPr anchorCtr="0" anchor="ctr" bIns="45700" lIns="91425" spcFirstLastPara="1" rIns="91425" wrap="square" tIns="45700">
            <a:noAutofit/>
          </a:bodyPr>
          <a:lstStyle>
            <a:lvl1pPr indent="-228600" lvl="0" marL="457200" algn="ctr">
              <a:lnSpc>
                <a:spcPct val="125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13"/>
          <p:cNvSpPr txBox="1"/>
          <p:nvPr>
            <p:ph idx="34" type="body"/>
          </p:nvPr>
        </p:nvSpPr>
        <p:spPr>
          <a:xfrm>
            <a:off x="5976442" y="3854752"/>
            <a:ext cx="1440088" cy="55716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accent4"/>
              </a:buClr>
              <a:buSzPts val="1400"/>
              <a:buNone/>
              <a:defRPr b="1" sz="1400" cap="none">
                <a:solidFill>
                  <a:schemeClr val="accent4"/>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13"/>
          <p:cNvSpPr txBox="1"/>
          <p:nvPr>
            <p:ph idx="35" type="body"/>
          </p:nvPr>
        </p:nvSpPr>
        <p:spPr>
          <a:xfrm>
            <a:off x="9923517" y="3854752"/>
            <a:ext cx="1440088" cy="557165"/>
          </a:xfrm>
          <a:prstGeom prst="rect">
            <a:avLst/>
          </a:prstGeom>
          <a:noFill/>
          <a:ln>
            <a:noFill/>
          </a:ln>
        </p:spPr>
        <p:txBody>
          <a:bodyPr anchorCtr="0" anchor="ctr" bIns="45700" lIns="91425" spcFirstLastPara="1" rIns="91425" wrap="square" tIns="45700">
            <a:noAutofit/>
          </a:bodyPr>
          <a:lstStyle>
            <a:lvl1pPr indent="-228600" lvl="0" marL="457200" algn="ctr">
              <a:lnSpc>
                <a:spcPct val="125000"/>
              </a:lnSpc>
              <a:spcBef>
                <a:spcPts val="0"/>
              </a:spcBef>
              <a:spcAft>
                <a:spcPts val="0"/>
              </a:spcAft>
              <a:buClr>
                <a:srgbClr val="2F4139"/>
              </a:buClr>
              <a:buSzPts val="1200"/>
              <a:buNone/>
              <a:defRPr sz="1200" cap="none">
                <a:solidFill>
                  <a:srgbClr val="2F413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13"/>
          <p:cNvSpPr txBox="1"/>
          <p:nvPr>
            <p:ph type="title"/>
          </p:nvPr>
        </p:nvSpPr>
        <p:spPr>
          <a:xfrm>
            <a:off x="838200" y="671808"/>
            <a:ext cx="10515600" cy="661924"/>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wth Strategy">
  <p:cSld name="Growth Strategy">
    <p:spTree>
      <p:nvGrpSpPr>
        <p:cNvPr id="200" name="Shape 200"/>
        <p:cNvGrpSpPr/>
        <p:nvPr/>
      </p:nvGrpSpPr>
      <p:grpSpPr>
        <a:xfrm>
          <a:off x="0" y="0"/>
          <a:ext cx="0" cy="0"/>
          <a:chOff x="0" y="0"/>
          <a:chExt cx="0" cy="0"/>
        </a:xfrm>
      </p:grpSpPr>
      <p:sp>
        <p:nvSpPr>
          <p:cNvPr id="201" name="Google Shape;201;p14"/>
          <p:cNvSpPr/>
          <p:nvPr/>
        </p:nvSpPr>
        <p:spPr>
          <a:xfrm>
            <a:off x="4483944" y="2406747"/>
            <a:ext cx="3200401" cy="1127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14"/>
          <p:cNvSpPr/>
          <p:nvPr/>
        </p:nvSpPr>
        <p:spPr>
          <a:xfrm>
            <a:off x="4489659" y="2406748"/>
            <a:ext cx="3191933" cy="3185159"/>
          </a:xfrm>
          <a:prstGeom prst="rect">
            <a:avLst/>
          </a:prstGeom>
          <a:no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14"/>
          <p:cNvSpPr/>
          <p:nvPr/>
        </p:nvSpPr>
        <p:spPr>
          <a:xfrm>
            <a:off x="8284843" y="2406747"/>
            <a:ext cx="3200401" cy="1127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14"/>
          <p:cNvSpPr/>
          <p:nvPr/>
        </p:nvSpPr>
        <p:spPr>
          <a:xfrm>
            <a:off x="8290558" y="2406748"/>
            <a:ext cx="3191933" cy="3185159"/>
          </a:xfrm>
          <a:prstGeom prst="rect">
            <a:avLst/>
          </a:prstGeom>
          <a:no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 name="Google Shape;205;p14"/>
          <p:cNvSpPr/>
          <p:nvPr/>
        </p:nvSpPr>
        <p:spPr>
          <a:xfrm rot="5400000">
            <a:off x="9766385" y="-1006534"/>
            <a:ext cx="972645" cy="392429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14"/>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14"/>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14"/>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9" name="Google Shape;209;p14"/>
          <p:cNvSpPr txBox="1"/>
          <p:nvPr>
            <p:ph idx="1" type="body"/>
          </p:nvPr>
        </p:nvSpPr>
        <p:spPr>
          <a:xfrm>
            <a:off x="3181350" y="1221488"/>
            <a:ext cx="5829300" cy="53786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14"/>
          <p:cNvSpPr/>
          <p:nvPr/>
        </p:nvSpPr>
        <p:spPr>
          <a:xfrm>
            <a:off x="691513" y="2406747"/>
            <a:ext cx="3200401" cy="1127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14"/>
          <p:cNvSpPr/>
          <p:nvPr/>
        </p:nvSpPr>
        <p:spPr>
          <a:xfrm>
            <a:off x="697228" y="2406748"/>
            <a:ext cx="3191933" cy="3185159"/>
          </a:xfrm>
          <a:prstGeom prst="rect">
            <a:avLst/>
          </a:prstGeom>
          <a:no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14"/>
          <p:cNvSpPr txBox="1"/>
          <p:nvPr>
            <p:ph idx="2" type="body"/>
          </p:nvPr>
        </p:nvSpPr>
        <p:spPr>
          <a:xfrm>
            <a:off x="963928" y="2683198"/>
            <a:ext cx="2667000" cy="609180"/>
          </a:xfrm>
          <a:prstGeom prst="rect">
            <a:avLst/>
          </a:prstGeom>
          <a:noFill/>
          <a:ln>
            <a:noFill/>
          </a:ln>
        </p:spPr>
        <p:txBody>
          <a:bodyPr anchorCtr="0" anchor="ctr" bIns="45700" lIns="91425" spcFirstLastPara="1" rIns="91425" wrap="square" tIns="45700">
            <a:noAutofit/>
          </a:bodyPr>
          <a:lstStyle>
            <a:lvl1pPr indent="-228600" lvl="0" marL="457200" algn="ctr">
              <a:lnSpc>
                <a:spcPct val="80000"/>
              </a:lnSpc>
              <a:spcBef>
                <a:spcPts val="0"/>
              </a:spcBef>
              <a:spcAft>
                <a:spcPts val="0"/>
              </a:spcAft>
              <a:buClr>
                <a:schemeClr val="accent6"/>
              </a:buClr>
              <a:buSzPts val="2000"/>
              <a:buNone/>
              <a:defRPr sz="20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14"/>
          <p:cNvSpPr txBox="1"/>
          <p:nvPr>
            <p:ph idx="3" type="body"/>
          </p:nvPr>
        </p:nvSpPr>
        <p:spPr>
          <a:xfrm>
            <a:off x="4750644" y="2683198"/>
            <a:ext cx="2667000" cy="609180"/>
          </a:xfrm>
          <a:prstGeom prst="rect">
            <a:avLst/>
          </a:prstGeom>
          <a:noFill/>
          <a:ln>
            <a:noFill/>
          </a:ln>
        </p:spPr>
        <p:txBody>
          <a:bodyPr anchorCtr="0" anchor="ctr" bIns="45700" lIns="91425" spcFirstLastPara="1" rIns="91425" wrap="square" tIns="45700">
            <a:noAutofit/>
          </a:bodyPr>
          <a:lstStyle>
            <a:lvl1pPr indent="-228600" lvl="0" marL="457200" algn="ctr">
              <a:lnSpc>
                <a:spcPct val="80000"/>
              </a:lnSpc>
              <a:spcBef>
                <a:spcPts val="0"/>
              </a:spcBef>
              <a:spcAft>
                <a:spcPts val="0"/>
              </a:spcAft>
              <a:buClr>
                <a:schemeClr val="accent6"/>
              </a:buClr>
              <a:buSzPts val="2000"/>
              <a:buNone/>
              <a:defRPr sz="20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14"/>
          <p:cNvSpPr txBox="1"/>
          <p:nvPr>
            <p:ph idx="4" type="body"/>
          </p:nvPr>
        </p:nvSpPr>
        <p:spPr>
          <a:xfrm>
            <a:off x="8551543" y="2683198"/>
            <a:ext cx="2667000" cy="609180"/>
          </a:xfrm>
          <a:prstGeom prst="rect">
            <a:avLst/>
          </a:prstGeom>
          <a:noFill/>
          <a:ln>
            <a:noFill/>
          </a:ln>
        </p:spPr>
        <p:txBody>
          <a:bodyPr anchorCtr="0" anchor="ctr" bIns="45700" lIns="91425" spcFirstLastPara="1" rIns="91425" wrap="square" tIns="45700">
            <a:noAutofit/>
          </a:bodyPr>
          <a:lstStyle>
            <a:lvl1pPr indent="-228600" lvl="0" marL="457200" algn="ctr">
              <a:lnSpc>
                <a:spcPct val="80000"/>
              </a:lnSpc>
              <a:spcBef>
                <a:spcPts val="0"/>
              </a:spcBef>
              <a:spcAft>
                <a:spcPts val="0"/>
              </a:spcAft>
              <a:buClr>
                <a:schemeClr val="accent6"/>
              </a:buClr>
              <a:buSzPts val="2000"/>
              <a:buNone/>
              <a:defRPr sz="20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14"/>
          <p:cNvSpPr txBox="1"/>
          <p:nvPr>
            <p:ph idx="5" type="body"/>
          </p:nvPr>
        </p:nvSpPr>
        <p:spPr>
          <a:xfrm>
            <a:off x="963928" y="3778623"/>
            <a:ext cx="2667000" cy="155810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14"/>
          <p:cNvSpPr txBox="1"/>
          <p:nvPr>
            <p:ph idx="6" type="body"/>
          </p:nvPr>
        </p:nvSpPr>
        <p:spPr>
          <a:xfrm>
            <a:off x="4750644" y="3778623"/>
            <a:ext cx="2667000" cy="155810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14"/>
          <p:cNvSpPr txBox="1"/>
          <p:nvPr>
            <p:ph idx="7" type="body"/>
          </p:nvPr>
        </p:nvSpPr>
        <p:spPr>
          <a:xfrm>
            <a:off x="8551543" y="3778623"/>
            <a:ext cx="2667000" cy="155810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14"/>
          <p:cNvSpPr txBox="1"/>
          <p:nvPr>
            <p:ph type="title"/>
          </p:nvPr>
        </p:nvSpPr>
        <p:spPr>
          <a:xfrm>
            <a:off x="3181350" y="671807"/>
            <a:ext cx="5829300" cy="639192"/>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Model">
  <p:cSld name="Business Model">
    <p:spTree>
      <p:nvGrpSpPr>
        <p:cNvPr id="219" name="Shape 219"/>
        <p:cNvGrpSpPr/>
        <p:nvPr/>
      </p:nvGrpSpPr>
      <p:grpSpPr>
        <a:xfrm>
          <a:off x="0" y="0"/>
          <a:ext cx="0" cy="0"/>
          <a:chOff x="0" y="0"/>
          <a:chExt cx="0" cy="0"/>
        </a:xfrm>
      </p:grpSpPr>
      <p:sp>
        <p:nvSpPr>
          <p:cNvPr id="220" name="Google Shape;220;p15"/>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15"/>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15"/>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3" name="Google Shape;223;p15"/>
          <p:cNvSpPr/>
          <p:nvPr>
            <p:ph idx="2" type="pic"/>
          </p:nvPr>
        </p:nvSpPr>
        <p:spPr>
          <a:xfrm flipH="1">
            <a:off x="1" y="466725"/>
            <a:ext cx="6096000" cy="5924550"/>
          </a:xfrm>
          <a:prstGeom prst="rect">
            <a:avLst/>
          </a:prstGeom>
          <a:noFill/>
          <a:ln>
            <a:noFill/>
          </a:ln>
        </p:spPr>
      </p:sp>
      <p:sp>
        <p:nvSpPr>
          <p:cNvPr id="224" name="Google Shape;224;p15"/>
          <p:cNvSpPr txBox="1"/>
          <p:nvPr>
            <p:ph idx="1" type="body"/>
          </p:nvPr>
        </p:nvSpPr>
        <p:spPr>
          <a:xfrm>
            <a:off x="6934200" y="2183098"/>
            <a:ext cx="4419600" cy="642075"/>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15"/>
          <p:cNvSpPr txBox="1"/>
          <p:nvPr>
            <p:ph idx="3" type="body"/>
          </p:nvPr>
        </p:nvSpPr>
        <p:spPr>
          <a:xfrm>
            <a:off x="6934200" y="1632228"/>
            <a:ext cx="4419600" cy="55087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15"/>
          <p:cNvSpPr txBox="1"/>
          <p:nvPr>
            <p:ph idx="4" type="body"/>
          </p:nvPr>
        </p:nvSpPr>
        <p:spPr>
          <a:xfrm>
            <a:off x="6934200" y="3732794"/>
            <a:ext cx="4419600" cy="642075"/>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15"/>
          <p:cNvSpPr txBox="1"/>
          <p:nvPr>
            <p:ph idx="5" type="body"/>
          </p:nvPr>
        </p:nvSpPr>
        <p:spPr>
          <a:xfrm>
            <a:off x="6934200" y="3181924"/>
            <a:ext cx="4419600" cy="55087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15"/>
          <p:cNvSpPr txBox="1"/>
          <p:nvPr>
            <p:ph idx="6" type="body"/>
          </p:nvPr>
        </p:nvSpPr>
        <p:spPr>
          <a:xfrm>
            <a:off x="6934200" y="5307885"/>
            <a:ext cx="4419600" cy="642075"/>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15"/>
          <p:cNvSpPr txBox="1"/>
          <p:nvPr>
            <p:ph idx="7" type="body"/>
          </p:nvPr>
        </p:nvSpPr>
        <p:spPr>
          <a:xfrm>
            <a:off x="6934200" y="4757015"/>
            <a:ext cx="4419600" cy="55087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15"/>
          <p:cNvSpPr txBox="1"/>
          <p:nvPr>
            <p:ph type="title"/>
          </p:nvPr>
        </p:nvSpPr>
        <p:spPr>
          <a:xfrm>
            <a:off x="4513162" y="668924"/>
            <a:ext cx="6041908" cy="642075"/>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231" name="Shape 231"/>
        <p:cNvGrpSpPr/>
        <p:nvPr/>
      </p:nvGrpSpPr>
      <p:grpSpPr>
        <a:xfrm>
          <a:off x="0" y="0"/>
          <a:ext cx="0" cy="0"/>
          <a:chOff x="0" y="0"/>
          <a:chExt cx="0" cy="0"/>
        </a:xfrm>
      </p:grpSpPr>
      <p:sp>
        <p:nvSpPr>
          <p:cNvPr id="232" name="Google Shape;232;p16"/>
          <p:cNvSpPr/>
          <p:nvPr/>
        </p:nvSpPr>
        <p:spPr>
          <a:xfrm>
            <a:off x="8610600" y="2132410"/>
            <a:ext cx="3581400" cy="231695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16"/>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16"/>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16"/>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6" name="Google Shape;236;p16"/>
          <p:cNvSpPr/>
          <p:nvPr>
            <p:ph idx="2" type="pic"/>
          </p:nvPr>
        </p:nvSpPr>
        <p:spPr>
          <a:xfrm flipH="1">
            <a:off x="1809750" y="466725"/>
            <a:ext cx="7834312" cy="5924550"/>
          </a:xfrm>
          <a:prstGeom prst="rect">
            <a:avLst/>
          </a:prstGeom>
          <a:noFill/>
          <a:ln>
            <a:noFill/>
          </a:ln>
        </p:spPr>
      </p:sp>
      <p:sp>
        <p:nvSpPr>
          <p:cNvPr id="237" name="Google Shape;237;p16"/>
          <p:cNvSpPr txBox="1"/>
          <p:nvPr>
            <p:ph idx="1" type="body"/>
          </p:nvPr>
        </p:nvSpPr>
        <p:spPr>
          <a:xfrm>
            <a:off x="9210675" y="2579352"/>
            <a:ext cx="2381250" cy="1423068"/>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accent6"/>
              </a:buClr>
              <a:buSzPts val="1600"/>
              <a:buNone/>
              <a:defRPr sz="16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p16"/>
          <p:cNvSpPr txBox="1"/>
          <p:nvPr>
            <p:ph type="title"/>
          </p:nvPr>
        </p:nvSpPr>
        <p:spPr>
          <a:xfrm rot="-5400000">
            <a:off x="-1129259" y="3009387"/>
            <a:ext cx="4138612" cy="562995"/>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239" name="Shape 239"/>
        <p:cNvGrpSpPr/>
        <p:nvPr/>
      </p:nvGrpSpPr>
      <p:grpSpPr>
        <a:xfrm>
          <a:off x="0" y="0"/>
          <a:ext cx="0" cy="0"/>
          <a:chOff x="0" y="0"/>
          <a:chExt cx="0" cy="0"/>
        </a:xfrm>
      </p:grpSpPr>
      <p:sp>
        <p:nvSpPr>
          <p:cNvPr id="240" name="Google Shape;240;p17"/>
          <p:cNvSpPr/>
          <p:nvPr/>
        </p:nvSpPr>
        <p:spPr>
          <a:xfrm>
            <a:off x="3600127" y="5095875"/>
            <a:ext cx="4991747" cy="1762125"/>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17"/>
          <p:cNvSpPr/>
          <p:nvPr>
            <p:ph idx="2" type="pic"/>
          </p:nvPr>
        </p:nvSpPr>
        <p:spPr>
          <a:xfrm>
            <a:off x="466725" y="466725"/>
            <a:ext cx="11258550" cy="5924550"/>
          </a:xfrm>
          <a:prstGeom prst="rect">
            <a:avLst/>
          </a:prstGeom>
          <a:noFill/>
          <a:ln>
            <a:noFill/>
          </a:ln>
        </p:spPr>
      </p:sp>
      <p:sp>
        <p:nvSpPr>
          <p:cNvPr id="242" name="Google Shape;242;p17"/>
          <p:cNvSpPr txBox="1"/>
          <p:nvPr>
            <p:ph idx="1" type="body"/>
          </p:nvPr>
        </p:nvSpPr>
        <p:spPr>
          <a:xfrm>
            <a:off x="3960921" y="6176266"/>
            <a:ext cx="4270159" cy="33924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accent6"/>
              </a:buClr>
              <a:buSzPts val="2000"/>
              <a:buNone/>
              <a:defRPr sz="2000">
                <a:solidFill>
                  <a:schemeClr val="accent6"/>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17"/>
          <p:cNvSpPr txBox="1"/>
          <p:nvPr>
            <p:ph type="title"/>
          </p:nvPr>
        </p:nvSpPr>
        <p:spPr>
          <a:xfrm>
            <a:off x="3960940" y="5489855"/>
            <a:ext cx="4270248" cy="640080"/>
          </a:xfrm>
          <a:prstGeom prst="rect">
            <a:avLst/>
          </a:prstGeom>
          <a:noFill/>
          <a:ln>
            <a:noFill/>
          </a:ln>
        </p:spPr>
        <p:txBody>
          <a:bodyPr anchorCtr="0" anchor="t" bIns="45700" lIns="91425" spcFirstLastPara="1" rIns="91425" wrap="square" tIns="45700">
            <a:noAutofit/>
          </a:bodyPr>
          <a:lstStyle>
            <a:lvl1pPr lvl="0" algn="ctr">
              <a:lnSpc>
                <a:spcPct val="80000"/>
              </a:lnSpc>
              <a:spcBef>
                <a:spcPts val="0"/>
              </a:spcBef>
              <a:spcAft>
                <a:spcPts val="0"/>
              </a:spcAft>
              <a:buSzPts val="5000"/>
              <a:buFont typeface="Arial"/>
              <a:buNone/>
              <a:defRPr sz="5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Benefits">
  <p:cSld name="Product Benefits">
    <p:spTree>
      <p:nvGrpSpPr>
        <p:cNvPr id="244" name="Shape 244"/>
        <p:cNvGrpSpPr/>
        <p:nvPr/>
      </p:nvGrpSpPr>
      <p:grpSpPr>
        <a:xfrm>
          <a:off x="0" y="0"/>
          <a:ext cx="0" cy="0"/>
          <a:chOff x="0" y="0"/>
          <a:chExt cx="0" cy="0"/>
        </a:xfrm>
      </p:grpSpPr>
      <p:sp>
        <p:nvSpPr>
          <p:cNvPr id="245" name="Google Shape;245;p18"/>
          <p:cNvSpPr/>
          <p:nvPr/>
        </p:nvSpPr>
        <p:spPr>
          <a:xfrm>
            <a:off x="0" y="3169108"/>
            <a:ext cx="4243755" cy="207712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18"/>
          <p:cNvSpPr/>
          <p:nvPr>
            <p:ph idx="2" type="pic"/>
          </p:nvPr>
        </p:nvSpPr>
        <p:spPr>
          <a:xfrm>
            <a:off x="3000375" y="466724"/>
            <a:ext cx="9191625" cy="6391275"/>
          </a:xfrm>
          <a:prstGeom prst="rect">
            <a:avLst/>
          </a:prstGeom>
          <a:noFill/>
          <a:ln>
            <a:noFill/>
          </a:ln>
        </p:spPr>
      </p:sp>
      <p:sp>
        <p:nvSpPr>
          <p:cNvPr id="247" name="Google Shape;247;p18"/>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8"/>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18"/>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cap="none">
                <a:solidFill>
                  <a:schemeClr val="accent1"/>
                </a:solidFill>
                <a:latin typeface="Arial"/>
                <a:ea typeface="Arial"/>
                <a:cs typeface="Arial"/>
                <a:sym typeface="Arial"/>
              </a:defRPr>
            </a:lvl1pPr>
            <a:lvl2pPr indent="0" lvl="1" marL="0" algn="r">
              <a:spcBef>
                <a:spcPts val="0"/>
              </a:spcBef>
              <a:buNone/>
              <a:defRPr sz="1000" cap="none">
                <a:solidFill>
                  <a:schemeClr val="accent1"/>
                </a:solidFill>
                <a:latin typeface="Arial"/>
                <a:ea typeface="Arial"/>
                <a:cs typeface="Arial"/>
                <a:sym typeface="Arial"/>
              </a:defRPr>
            </a:lvl2pPr>
            <a:lvl3pPr indent="0" lvl="2" marL="0" algn="r">
              <a:spcBef>
                <a:spcPts val="0"/>
              </a:spcBef>
              <a:buNone/>
              <a:defRPr sz="1000" cap="none">
                <a:solidFill>
                  <a:schemeClr val="accent1"/>
                </a:solidFill>
                <a:latin typeface="Arial"/>
                <a:ea typeface="Arial"/>
                <a:cs typeface="Arial"/>
                <a:sym typeface="Arial"/>
              </a:defRPr>
            </a:lvl3pPr>
            <a:lvl4pPr indent="0" lvl="3" marL="0" algn="r">
              <a:spcBef>
                <a:spcPts val="0"/>
              </a:spcBef>
              <a:buNone/>
              <a:defRPr sz="1000" cap="none">
                <a:solidFill>
                  <a:schemeClr val="accent1"/>
                </a:solidFill>
                <a:latin typeface="Arial"/>
                <a:ea typeface="Arial"/>
                <a:cs typeface="Arial"/>
                <a:sym typeface="Arial"/>
              </a:defRPr>
            </a:lvl4pPr>
            <a:lvl5pPr indent="0" lvl="4" marL="0" algn="r">
              <a:spcBef>
                <a:spcPts val="0"/>
              </a:spcBef>
              <a:buNone/>
              <a:defRPr sz="1000" cap="none">
                <a:solidFill>
                  <a:schemeClr val="accent1"/>
                </a:solidFill>
                <a:latin typeface="Arial"/>
                <a:ea typeface="Arial"/>
                <a:cs typeface="Arial"/>
                <a:sym typeface="Arial"/>
              </a:defRPr>
            </a:lvl5pPr>
            <a:lvl6pPr indent="0" lvl="5" marL="0" algn="r">
              <a:spcBef>
                <a:spcPts val="0"/>
              </a:spcBef>
              <a:buNone/>
              <a:defRPr sz="1000" cap="none">
                <a:solidFill>
                  <a:schemeClr val="accent1"/>
                </a:solidFill>
                <a:latin typeface="Arial"/>
                <a:ea typeface="Arial"/>
                <a:cs typeface="Arial"/>
                <a:sym typeface="Arial"/>
              </a:defRPr>
            </a:lvl6pPr>
            <a:lvl7pPr indent="0" lvl="6" marL="0" algn="r">
              <a:spcBef>
                <a:spcPts val="0"/>
              </a:spcBef>
              <a:buNone/>
              <a:defRPr sz="1000" cap="none">
                <a:solidFill>
                  <a:schemeClr val="accent1"/>
                </a:solidFill>
                <a:latin typeface="Arial"/>
                <a:ea typeface="Arial"/>
                <a:cs typeface="Arial"/>
                <a:sym typeface="Arial"/>
              </a:defRPr>
            </a:lvl7pPr>
            <a:lvl8pPr indent="0" lvl="7" marL="0" algn="r">
              <a:spcBef>
                <a:spcPts val="0"/>
              </a:spcBef>
              <a:buNone/>
              <a:defRPr sz="1000" cap="none">
                <a:solidFill>
                  <a:schemeClr val="accent1"/>
                </a:solidFill>
                <a:latin typeface="Arial"/>
                <a:ea typeface="Arial"/>
                <a:cs typeface="Arial"/>
                <a:sym typeface="Arial"/>
              </a:defRPr>
            </a:lvl8pPr>
            <a:lvl9pPr indent="0" lvl="8" marL="0" algn="r">
              <a:spcBef>
                <a:spcPts val="0"/>
              </a:spcBef>
              <a:buNone/>
              <a:defRPr sz="1000" cap="non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0" name="Google Shape;250;p18"/>
          <p:cNvSpPr txBox="1"/>
          <p:nvPr>
            <p:ph idx="1" type="body"/>
          </p:nvPr>
        </p:nvSpPr>
        <p:spPr>
          <a:xfrm>
            <a:off x="362133" y="3384898"/>
            <a:ext cx="3519487" cy="1588392"/>
          </a:xfrm>
          <a:prstGeom prst="rect">
            <a:avLst/>
          </a:prstGeom>
          <a:noFill/>
          <a:ln>
            <a:noFill/>
          </a:ln>
        </p:spPr>
        <p:txBody>
          <a:bodyPr anchorCtr="0" anchor="ctr" bIns="45700" lIns="91425" spcFirstLastPara="1" rIns="91425" wrap="square" tIns="45700">
            <a:noAutofit/>
          </a:bodyPr>
          <a:lstStyle>
            <a:lvl1pPr indent="-228600" lvl="0" marL="457200" algn="l">
              <a:lnSpc>
                <a:spcPct val="150000"/>
              </a:lnSpc>
              <a:spcBef>
                <a:spcPts val="0"/>
              </a:spcBef>
              <a:spcAft>
                <a:spcPts val="0"/>
              </a:spcAft>
              <a:buClr>
                <a:schemeClr val="lt1"/>
              </a:buClr>
              <a:buSzPts val="1600"/>
              <a:buNone/>
              <a:defRPr sz="1600" cap="none">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18"/>
          <p:cNvSpPr txBox="1"/>
          <p:nvPr>
            <p:ph type="title"/>
          </p:nvPr>
        </p:nvSpPr>
        <p:spPr>
          <a:xfrm>
            <a:off x="1200518" y="2211168"/>
            <a:ext cx="5829300" cy="662096"/>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Title">
  <p:cSld name="Divider Title">
    <p:spTree>
      <p:nvGrpSpPr>
        <p:cNvPr id="252" name="Shape 252"/>
        <p:cNvGrpSpPr/>
        <p:nvPr/>
      </p:nvGrpSpPr>
      <p:grpSpPr>
        <a:xfrm>
          <a:off x="0" y="0"/>
          <a:ext cx="0" cy="0"/>
          <a:chOff x="0" y="0"/>
          <a:chExt cx="0" cy="0"/>
        </a:xfrm>
      </p:grpSpPr>
      <p:sp>
        <p:nvSpPr>
          <p:cNvPr id="253" name="Google Shape;253;p19"/>
          <p:cNvSpPr/>
          <p:nvPr/>
        </p:nvSpPr>
        <p:spPr>
          <a:xfrm>
            <a:off x="0" y="2847139"/>
            <a:ext cx="12192000" cy="116372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19"/>
          <p:cNvSpPr/>
          <p:nvPr>
            <p:ph idx="2" type="pic"/>
          </p:nvPr>
        </p:nvSpPr>
        <p:spPr>
          <a:xfrm>
            <a:off x="466725" y="466725"/>
            <a:ext cx="11258550" cy="5924550"/>
          </a:xfrm>
          <a:prstGeom prst="rect">
            <a:avLst/>
          </a:prstGeom>
          <a:noFill/>
          <a:ln>
            <a:noFill/>
          </a:ln>
        </p:spPr>
      </p:sp>
      <p:sp>
        <p:nvSpPr>
          <p:cNvPr id="255" name="Google Shape;255;p19"/>
          <p:cNvSpPr txBox="1"/>
          <p:nvPr>
            <p:ph type="title"/>
          </p:nvPr>
        </p:nvSpPr>
        <p:spPr>
          <a:xfrm>
            <a:off x="1889738" y="3001020"/>
            <a:ext cx="8412524" cy="938559"/>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SzPts val="5000"/>
              <a:buFont typeface="Arial"/>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Comparison">
  <p:cSld name="Market Comparison">
    <p:spTree>
      <p:nvGrpSpPr>
        <p:cNvPr id="256" name="Shape 256"/>
        <p:cNvGrpSpPr/>
        <p:nvPr/>
      </p:nvGrpSpPr>
      <p:grpSpPr>
        <a:xfrm>
          <a:off x="0" y="0"/>
          <a:ext cx="0" cy="0"/>
          <a:chOff x="0" y="0"/>
          <a:chExt cx="0" cy="0"/>
        </a:xfrm>
      </p:grpSpPr>
      <p:sp>
        <p:nvSpPr>
          <p:cNvPr id="257" name="Google Shape;257;p20"/>
          <p:cNvSpPr/>
          <p:nvPr/>
        </p:nvSpPr>
        <p:spPr>
          <a:xfrm>
            <a:off x="1780309" y="2761134"/>
            <a:ext cx="2283691" cy="1293091"/>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20"/>
          <p:cNvSpPr/>
          <p:nvPr/>
        </p:nvSpPr>
        <p:spPr>
          <a:xfrm>
            <a:off x="4979555" y="2761134"/>
            <a:ext cx="2283691" cy="1293091"/>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20"/>
          <p:cNvSpPr/>
          <p:nvPr/>
        </p:nvSpPr>
        <p:spPr>
          <a:xfrm>
            <a:off x="8153400" y="2761134"/>
            <a:ext cx="2283691" cy="1293091"/>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0" name="Google Shape;260;p20"/>
          <p:cNvSpPr txBox="1"/>
          <p:nvPr>
            <p:ph idx="1" type="body"/>
          </p:nvPr>
        </p:nvSpPr>
        <p:spPr>
          <a:xfrm>
            <a:off x="1453428" y="4178539"/>
            <a:ext cx="2937452" cy="96864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8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20"/>
          <p:cNvSpPr txBox="1"/>
          <p:nvPr>
            <p:ph idx="2" type="body"/>
          </p:nvPr>
        </p:nvSpPr>
        <p:spPr>
          <a:xfrm>
            <a:off x="2007899" y="2977808"/>
            <a:ext cx="1828510" cy="859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6"/>
              </a:buClr>
              <a:buSzPts val="2800"/>
              <a:buNone/>
              <a:defRPr sz="28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20"/>
          <p:cNvSpPr txBox="1"/>
          <p:nvPr>
            <p:ph idx="3" type="body"/>
          </p:nvPr>
        </p:nvSpPr>
        <p:spPr>
          <a:xfrm>
            <a:off x="4652674" y="4178539"/>
            <a:ext cx="2937452" cy="96864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8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20"/>
          <p:cNvSpPr txBox="1"/>
          <p:nvPr>
            <p:ph idx="4" type="body"/>
          </p:nvPr>
        </p:nvSpPr>
        <p:spPr>
          <a:xfrm>
            <a:off x="5207145" y="2977808"/>
            <a:ext cx="1828510" cy="859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6"/>
              </a:buClr>
              <a:buSzPts val="2800"/>
              <a:buNone/>
              <a:defRPr sz="28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20"/>
          <p:cNvSpPr txBox="1"/>
          <p:nvPr>
            <p:ph idx="5" type="body"/>
          </p:nvPr>
        </p:nvSpPr>
        <p:spPr>
          <a:xfrm>
            <a:off x="7851920" y="4178539"/>
            <a:ext cx="2937452" cy="96864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8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20"/>
          <p:cNvSpPr txBox="1"/>
          <p:nvPr>
            <p:ph idx="6" type="body"/>
          </p:nvPr>
        </p:nvSpPr>
        <p:spPr>
          <a:xfrm>
            <a:off x="8380990" y="2977808"/>
            <a:ext cx="1828510" cy="85974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6"/>
              </a:buClr>
              <a:buSzPts val="2800"/>
              <a:buNone/>
              <a:defRPr sz="2800" cap="none">
                <a:solidFill>
                  <a:schemeClr val="accent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20"/>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7" name="Google Shape;267;p20"/>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20"/>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9" name="Google Shape;269;p20"/>
          <p:cNvSpPr/>
          <p:nvPr/>
        </p:nvSpPr>
        <p:spPr>
          <a:xfrm rot="5400000">
            <a:off x="9766385" y="-1006534"/>
            <a:ext cx="972645" cy="3924298"/>
          </a:xfrm>
          <a:prstGeom prst="rect">
            <a:avLst/>
          </a:prstGeom>
          <a:solidFill>
            <a:srgbClr val="DBE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 name="Google Shape;270;p20"/>
          <p:cNvSpPr txBox="1"/>
          <p:nvPr>
            <p:ph type="title"/>
          </p:nvPr>
        </p:nvSpPr>
        <p:spPr>
          <a:xfrm>
            <a:off x="2891574" y="671808"/>
            <a:ext cx="6408851" cy="639192"/>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8-Up">
  <p:cSld name="Meet The Team 8-Up">
    <p:spTree>
      <p:nvGrpSpPr>
        <p:cNvPr id="271" name="Shape 271"/>
        <p:cNvGrpSpPr/>
        <p:nvPr/>
      </p:nvGrpSpPr>
      <p:grpSpPr>
        <a:xfrm>
          <a:off x="0" y="0"/>
          <a:ext cx="0" cy="0"/>
          <a:chOff x="0" y="0"/>
          <a:chExt cx="0" cy="0"/>
        </a:xfrm>
      </p:grpSpPr>
      <p:sp>
        <p:nvSpPr>
          <p:cNvPr id="272" name="Google Shape;272;p21"/>
          <p:cNvSpPr/>
          <p:nvPr/>
        </p:nvSpPr>
        <p:spPr>
          <a:xfrm>
            <a:off x="2754086" y="0"/>
            <a:ext cx="9437914"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3" name="Google Shape;273;p21"/>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21"/>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p21"/>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6" name="Google Shape;276;p21"/>
          <p:cNvSpPr/>
          <p:nvPr>
            <p:ph idx="2" type="pic"/>
          </p:nvPr>
        </p:nvSpPr>
        <p:spPr>
          <a:xfrm>
            <a:off x="3758452" y="1190975"/>
            <a:ext cx="1415744" cy="1193742"/>
          </a:xfrm>
          <a:prstGeom prst="rect">
            <a:avLst/>
          </a:prstGeom>
          <a:noFill/>
          <a:ln>
            <a:noFill/>
          </a:ln>
        </p:spPr>
      </p:sp>
      <p:sp>
        <p:nvSpPr>
          <p:cNvPr id="277" name="Google Shape;277;p21"/>
          <p:cNvSpPr txBox="1"/>
          <p:nvPr>
            <p:ph idx="1" type="body"/>
          </p:nvPr>
        </p:nvSpPr>
        <p:spPr>
          <a:xfrm>
            <a:off x="3474958" y="2442078"/>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21"/>
          <p:cNvSpPr txBox="1"/>
          <p:nvPr>
            <p:ph idx="3" type="body"/>
          </p:nvPr>
        </p:nvSpPr>
        <p:spPr>
          <a:xfrm>
            <a:off x="3474958" y="2746735"/>
            <a:ext cx="1982733" cy="617787"/>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21"/>
          <p:cNvSpPr/>
          <p:nvPr>
            <p:ph idx="4" type="pic"/>
          </p:nvPr>
        </p:nvSpPr>
        <p:spPr>
          <a:xfrm>
            <a:off x="5858792" y="1190975"/>
            <a:ext cx="1415744" cy="1193742"/>
          </a:xfrm>
          <a:prstGeom prst="rect">
            <a:avLst/>
          </a:prstGeom>
          <a:noFill/>
          <a:ln>
            <a:noFill/>
          </a:ln>
        </p:spPr>
      </p:sp>
      <p:sp>
        <p:nvSpPr>
          <p:cNvPr id="280" name="Google Shape;280;p21"/>
          <p:cNvSpPr txBox="1"/>
          <p:nvPr>
            <p:ph idx="5" type="body"/>
          </p:nvPr>
        </p:nvSpPr>
        <p:spPr>
          <a:xfrm>
            <a:off x="5575298" y="2442078"/>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 name="Google Shape;281;p21"/>
          <p:cNvSpPr txBox="1"/>
          <p:nvPr>
            <p:ph idx="6" type="body"/>
          </p:nvPr>
        </p:nvSpPr>
        <p:spPr>
          <a:xfrm>
            <a:off x="5575298" y="2746735"/>
            <a:ext cx="1982733" cy="617787"/>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21"/>
          <p:cNvSpPr/>
          <p:nvPr>
            <p:ph idx="7" type="pic"/>
          </p:nvPr>
        </p:nvSpPr>
        <p:spPr>
          <a:xfrm>
            <a:off x="7959132" y="1190975"/>
            <a:ext cx="1415744" cy="1193742"/>
          </a:xfrm>
          <a:prstGeom prst="rect">
            <a:avLst/>
          </a:prstGeom>
          <a:noFill/>
          <a:ln>
            <a:noFill/>
          </a:ln>
        </p:spPr>
      </p:sp>
      <p:sp>
        <p:nvSpPr>
          <p:cNvPr id="283" name="Google Shape;283;p21"/>
          <p:cNvSpPr txBox="1"/>
          <p:nvPr>
            <p:ph idx="8" type="body"/>
          </p:nvPr>
        </p:nvSpPr>
        <p:spPr>
          <a:xfrm>
            <a:off x="7675638" y="2442078"/>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21"/>
          <p:cNvSpPr txBox="1"/>
          <p:nvPr>
            <p:ph idx="9" type="body"/>
          </p:nvPr>
        </p:nvSpPr>
        <p:spPr>
          <a:xfrm>
            <a:off x="7675638" y="2746735"/>
            <a:ext cx="1982733" cy="617787"/>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21"/>
          <p:cNvSpPr/>
          <p:nvPr>
            <p:ph idx="13" type="pic"/>
          </p:nvPr>
        </p:nvSpPr>
        <p:spPr>
          <a:xfrm>
            <a:off x="10059471" y="1190975"/>
            <a:ext cx="1415744" cy="1193742"/>
          </a:xfrm>
          <a:prstGeom prst="rect">
            <a:avLst/>
          </a:prstGeom>
          <a:noFill/>
          <a:ln>
            <a:noFill/>
          </a:ln>
        </p:spPr>
      </p:sp>
      <p:sp>
        <p:nvSpPr>
          <p:cNvPr id="286" name="Google Shape;286;p21"/>
          <p:cNvSpPr txBox="1"/>
          <p:nvPr>
            <p:ph idx="14" type="body"/>
          </p:nvPr>
        </p:nvSpPr>
        <p:spPr>
          <a:xfrm>
            <a:off x="9775977" y="2442078"/>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21"/>
          <p:cNvSpPr txBox="1"/>
          <p:nvPr>
            <p:ph idx="15" type="body"/>
          </p:nvPr>
        </p:nvSpPr>
        <p:spPr>
          <a:xfrm>
            <a:off x="9775977" y="2746735"/>
            <a:ext cx="1982733" cy="617787"/>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21"/>
          <p:cNvSpPr/>
          <p:nvPr>
            <p:ph idx="16" type="pic"/>
          </p:nvPr>
        </p:nvSpPr>
        <p:spPr>
          <a:xfrm>
            <a:off x="3758452" y="3742368"/>
            <a:ext cx="1415744" cy="1193742"/>
          </a:xfrm>
          <a:prstGeom prst="rect">
            <a:avLst/>
          </a:prstGeom>
          <a:noFill/>
          <a:ln>
            <a:noFill/>
          </a:ln>
        </p:spPr>
      </p:sp>
      <p:sp>
        <p:nvSpPr>
          <p:cNvPr id="289" name="Google Shape;289;p21"/>
          <p:cNvSpPr txBox="1"/>
          <p:nvPr>
            <p:ph idx="17" type="body"/>
          </p:nvPr>
        </p:nvSpPr>
        <p:spPr>
          <a:xfrm>
            <a:off x="3474958" y="4993471"/>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21"/>
          <p:cNvSpPr txBox="1"/>
          <p:nvPr>
            <p:ph idx="18" type="body"/>
          </p:nvPr>
        </p:nvSpPr>
        <p:spPr>
          <a:xfrm>
            <a:off x="3474958" y="5298128"/>
            <a:ext cx="1982733" cy="58099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 name="Google Shape;291;p21"/>
          <p:cNvSpPr/>
          <p:nvPr>
            <p:ph idx="19" type="pic"/>
          </p:nvPr>
        </p:nvSpPr>
        <p:spPr>
          <a:xfrm>
            <a:off x="5858792" y="3742368"/>
            <a:ext cx="1415744" cy="1193742"/>
          </a:xfrm>
          <a:prstGeom prst="rect">
            <a:avLst/>
          </a:prstGeom>
          <a:noFill/>
          <a:ln>
            <a:noFill/>
          </a:ln>
        </p:spPr>
      </p:sp>
      <p:sp>
        <p:nvSpPr>
          <p:cNvPr id="292" name="Google Shape;292;p21"/>
          <p:cNvSpPr txBox="1"/>
          <p:nvPr>
            <p:ph idx="20" type="body"/>
          </p:nvPr>
        </p:nvSpPr>
        <p:spPr>
          <a:xfrm>
            <a:off x="5575298" y="4993471"/>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21"/>
          <p:cNvSpPr txBox="1"/>
          <p:nvPr>
            <p:ph idx="21" type="body"/>
          </p:nvPr>
        </p:nvSpPr>
        <p:spPr>
          <a:xfrm>
            <a:off x="5575298" y="5298128"/>
            <a:ext cx="1982733" cy="58099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21"/>
          <p:cNvSpPr/>
          <p:nvPr>
            <p:ph idx="22" type="pic"/>
          </p:nvPr>
        </p:nvSpPr>
        <p:spPr>
          <a:xfrm>
            <a:off x="7959132" y="3742368"/>
            <a:ext cx="1415744" cy="1193742"/>
          </a:xfrm>
          <a:prstGeom prst="rect">
            <a:avLst/>
          </a:prstGeom>
          <a:noFill/>
          <a:ln>
            <a:noFill/>
          </a:ln>
        </p:spPr>
      </p:sp>
      <p:sp>
        <p:nvSpPr>
          <p:cNvPr id="295" name="Google Shape;295;p21"/>
          <p:cNvSpPr txBox="1"/>
          <p:nvPr>
            <p:ph idx="23" type="body"/>
          </p:nvPr>
        </p:nvSpPr>
        <p:spPr>
          <a:xfrm>
            <a:off x="7675638" y="4993471"/>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21"/>
          <p:cNvSpPr txBox="1"/>
          <p:nvPr>
            <p:ph idx="24" type="body"/>
          </p:nvPr>
        </p:nvSpPr>
        <p:spPr>
          <a:xfrm>
            <a:off x="7675638" y="5298128"/>
            <a:ext cx="1982733" cy="58099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21"/>
          <p:cNvSpPr/>
          <p:nvPr>
            <p:ph idx="25" type="pic"/>
          </p:nvPr>
        </p:nvSpPr>
        <p:spPr>
          <a:xfrm>
            <a:off x="10059471" y="3742368"/>
            <a:ext cx="1415744" cy="1193742"/>
          </a:xfrm>
          <a:prstGeom prst="rect">
            <a:avLst/>
          </a:prstGeom>
          <a:noFill/>
          <a:ln>
            <a:noFill/>
          </a:ln>
        </p:spPr>
      </p:sp>
      <p:sp>
        <p:nvSpPr>
          <p:cNvPr id="298" name="Google Shape;298;p21"/>
          <p:cNvSpPr txBox="1"/>
          <p:nvPr>
            <p:ph idx="26" type="body"/>
          </p:nvPr>
        </p:nvSpPr>
        <p:spPr>
          <a:xfrm>
            <a:off x="9775977" y="4993471"/>
            <a:ext cx="1982733" cy="411277"/>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 name="Google Shape;299;p21"/>
          <p:cNvSpPr txBox="1"/>
          <p:nvPr>
            <p:ph idx="27" type="body"/>
          </p:nvPr>
        </p:nvSpPr>
        <p:spPr>
          <a:xfrm>
            <a:off x="9775977" y="5298128"/>
            <a:ext cx="1982733" cy="580994"/>
          </a:xfrm>
          <a:prstGeom prst="rect">
            <a:avLst/>
          </a:prstGeom>
          <a:noFill/>
          <a:ln>
            <a:noFill/>
          </a:ln>
        </p:spPr>
        <p:txBody>
          <a:bodyPr anchorCtr="0" anchor="t" bIns="45700" lIns="91425" spcFirstLastPara="1" rIns="91425" wrap="square" tIns="45700">
            <a:noAutofit/>
          </a:bodyPr>
          <a:lstStyle>
            <a:lvl1pPr indent="-228600" lvl="0" marL="457200" algn="ctr">
              <a:lnSpc>
                <a:spcPct val="125000"/>
              </a:lnSpc>
              <a:spcBef>
                <a:spcPts val="0"/>
              </a:spcBef>
              <a:spcAft>
                <a:spcPts val="0"/>
              </a:spcAft>
              <a:buClr>
                <a:schemeClr val="accent1"/>
              </a:buClr>
              <a:buSzPts val="1200"/>
              <a:buNone/>
              <a:defRPr sz="12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21"/>
          <p:cNvSpPr txBox="1"/>
          <p:nvPr>
            <p:ph type="title"/>
          </p:nvPr>
        </p:nvSpPr>
        <p:spPr>
          <a:xfrm rot="-5400000">
            <a:off x="332219" y="2746661"/>
            <a:ext cx="4907372" cy="1076155"/>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301" name="Shape 301"/>
        <p:cNvGrpSpPr/>
        <p:nvPr/>
      </p:nvGrpSpPr>
      <p:grpSpPr>
        <a:xfrm>
          <a:off x="0" y="0"/>
          <a:ext cx="0" cy="0"/>
          <a:chOff x="0" y="0"/>
          <a:chExt cx="0" cy="0"/>
        </a:xfrm>
      </p:grpSpPr>
      <p:sp>
        <p:nvSpPr>
          <p:cNvPr id="302" name="Google Shape;302;p22"/>
          <p:cNvSpPr/>
          <p:nvPr/>
        </p:nvSpPr>
        <p:spPr>
          <a:xfrm>
            <a:off x="514985" y="1057275"/>
            <a:ext cx="6015990" cy="345757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 name="Google Shape;303;p22"/>
          <p:cNvSpPr/>
          <p:nvPr>
            <p:ph idx="2" type="pic"/>
          </p:nvPr>
        </p:nvSpPr>
        <p:spPr>
          <a:xfrm>
            <a:off x="0" y="1057275"/>
            <a:ext cx="12191999" cy="5295900"/>
          </a:xfrm>
          <a:prstGeom prst="rect">
            <a:avLst/>
          </a:prstGeom>
          <a:noFill/>
          <a:ln>
            <a:noFill/>
          </a:ln>
        </p:spPr>
      </p:sp>
      <p:sp>
        <p:nvSpPr>
          <p:cNvPr id="304" name="Google Shape;304;p22"/>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22"/>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22"/>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7" name="Google Shape;307;p22"/>
          <p:cNvSpPr txBox="1"/>
          <p:nvPr>
            <p:ph idx="1" type="body"/>
          </p:nvPr>
        </p:nvSpPr>
        <p:spPr>
          <a:xfrm>
            <a:off x="926354" y="1547271"/>
            <a:ext cx="5172932" cy="2581276"/>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0"/>
              </a:spcBef>
              <a:spcAft>
                <a:spcPts val="0"/>
              </a:spcAft>
              <a:buClr>
                <a:schemeClr val="accent1"/>
              </a:buClr>
              <a:buSzPts val="1600"/>
              <a:buNone/>
              <a:defRPr sz="1600" cap="none">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22"/>
          <p:cNvSpPr txBox="1"/>
          <p:nvPr>
            <p:ph type="title"/>
          </p:nvPr>
        </p:nvSpPr>
        <p:spPr>
          <a:xfrm>
            <a:off x="3082250" y="762308"/>
            <a:ext cx="5783657" cy="665965"/>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80000"/>
              </a:lnSpc>
              <a:spcBef>
                <a:spcPts val="0"/>
              </a:spcBef>
              <a:spcAft>
                <a:spcPts val="0"/>
              </a:spcAft>
              <a:buSzPts val="4000"/>
              <a:buFont typeface="Arial"/>
              <a:buNone/>
              <a:defRPr b="0" i="0" sz="4000" u="none" cap="none" strike="noStrike">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515753"/>
            <a:ext cx="2743200" cy="205722"/>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7F7F7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515753"/>
            <a:ext cx="4114800" cy="20572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7F7F7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7F7F7F"/>
                </a:solidFill>
                <a:latin typeface="Arial"/>
                <a:ea typeface="Arial"/>
                <a:cs typeface="Arial"/>
                <a:sym typeface="Arial"/>
              </a:defRPr>
            </a:lvl1pPr>
            <a:lvl2pPr indent="0" lvl="1" marL="0" marR="0" rtl="0" algn="r">
              <a:spcBef>
                <a:spcPts val="0"/>
              </a:spcBef>
              <a:buNone/>
              <a:defRPr b="0" i="0" sz="1000" u="none" cap="none" strike="noStrike">
                <a:solidFill>
                  <a:srgbClr val="7F7F7F"/>
                </a:solidFill>
                <a:latin typeface="Arial"/>
                <a:ea typeface="Arial"/>
                <a:cs typeface="Arial"/>
                <a:sym typeface="Arial"/>
              </a:defRPr>
            </a:lvl2pPr>
            <a:lvl3pPr indent="0" lvl="2" marL="0" marR="0" rtl="0" algn="r">
              <a:spcBef>
                <a:spcPts val="0"/>
              </a:spcBef>
              <a:buNone/>
              <a:defRPr b="0" i="0" sz="1000" u="none" cap="none" strike="noStrike">
                <a:solidFill>
                  <a:srgbClr val="7F7F7F"/>
                </a:solidFill>
                <a:latin typeface="Arial"/>
                <a:ea typeface="Arial"/>
                <a:cs typeface="Arial"/>
                <a:sym typeface="Arial"/>
              </a:defRPr>
            </a:lvl3pPr>
            <a:lvl4pPr indent="0" lvl="3" marL="0" marR="0" rtl="0" algn="r">
              <a:spcBef>
                <a:spcPts val="0"/>
              </a:spcBef>
              <a:buNone/>
              <a:defRPr b="0" i="0" sz="1000" u="none" cap="none" strike="noStrike">
                <a:solidFill>
                  <a:srgbClr val="7F7F7F"/>
                </a:solidFill>
                <a:latin typeface="Arial"/>
                <a:ea typeface="Arial"/>
                <a:cs typeface="Arial"/>
                <a:sym typeface="Arial"/>
              </a:defRPr>
            </a:lvl4pPr>
            <a:lvl5pPr indent="0" lvl="4" marL="0" marR="0" rtl="0" algn="r">
              <a:spcBef>
                <a:spcPts val="0"/>
              </a:spcBef>
              <a:buNone/>
              <a:defRPr b="0" i="0" sz="1000" u="none" cap="none" strike="noStrike">
                <a:solidFill>
                  <a:srgbClr val="7F7F7F"/>
                </a:solidFill>
                <a:latin typeface="Arial"/>
                <a:ea typeface="Arial"/>
                <a:cs typeface="Arial"/>
                <a:sym typeface="Arial"/>
              </a:defRPr>
            </a:lvl5pPr>
            <a:lvl6pPr indent="0" lvl="5" marL="0" marR="0" rtl="0" algn="r">
              <a:spcBef>
                <a:spcPts val="0"/>
              </a:spcBef>
              <a:buNone/>
              <a:defRPr b="0" i="0" sz="1000" u="none" cap="none" strike="noStrike">
                <a:solidFill>
                  <a:srgbClr val="7F7F7F"/>
                </a:solidFill>
                <a:latin typeface="Arial"/>
                <a:ea typeface="Arial"/>
                <a:cs typeface="Arial"/>
                <a:sym typeface="Arial"/>
              </a:defRPr>
            </a:lvl6pPr>
            <a:lvl7pPr indent="0" lvl="6" marL="0" marR="0" rtl="0" algn="r">
              <a:spcBef>
                <a:spcPts val="0"/>
              </a:spcBef>
              <a:buNone/>
              <a:defRPr b="0" i="0" sz="1000" u="none" cap="none" strike="noStrike">
                <a:solidFill>
                  <a:srgbClr val="7F7F7F"/>
                </a:solidFill>
                <a:latin typeface="Arial"/>
                <a:ea typeface="Arial"/>
                <a:cs typeface="Arial"/>
                <a:sym typeface="Arial"/>
              </a:defRPr>
            </a:lvl7pPr>
            <a:lvl8pPr indent="0" lvl="7" marL="0" marR="0" rtl="0" algn="r">
              <a:spcBef>
                <a:spcPts val="0"/>
              </a:spcBef>
              <a:buNone/>
              <a:defRPr b="0" i="0" sz="1000" u="none" cap="none" strike="noStrike">
                <a:solidFill>
                  <a:srgbClr val="7F7F7F"/>
                </a:solidFill>
                <a:latin typeface="Arial"/>
                <a:ea typeface="Arial"/>
                <a:cs typeface="Arial"/>
                <a:sym typeface="Arial"/>
              </a:defRPr>
            </a:lvl8pPr>
            <a:lvl9pPr indent="0" lvl="8" marL="0" marR="0" rtl="0" algn="r">
              <a:spcBef>
                <a:spcPts val="0"/>
              </a:spcBef>
              <a:buNone/>
              <a:defRPr b="0" i="0" sz="10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 Id="rId4"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3.jpg"/><Relationship Id="rId7" Type="http://schemas.openxmlformats.org/officeDocument/2006/relationships/image" Target="../media/image2.jpg"/><Relationship Id="rId8"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Close up of two people holding hands" id="313" name="Google Shape;313;p23"/>
          <p:cNvPicPr preferRelativeResize="0"/>
          <p:nvPr/>
        </p:nvPicPr>
        <p:blipFill rotWithShape="1">
          <a:blip r:embed="rId3">
            <a:alphaModFix/>
          </a:blip>
          <a:srcRect b="0" l="0" r="0" t="0"/>
          <a:stretch/>
        </p:blipFill>
        <p:spPr>
          <a:xfrm>
            <a:off x="466725" y="475869"/>
            <a:ext cx="11258550" cy="5924550"/>
          </a:xfrm>
          <a:prstGeom prst="rect">
            <a:avLst/>
          </a:prstGeom>
          <a:noFill/>
          <a:ln>
            <a:noFill/>
          </a:ln>
        </p:spPr>
      </p:pic>
      <p:pic>
        <p:nvPicPr>
          <p:cNvPr descr="A logo for a company&#10;&#10;AI-generated content may be incorrect." id="314" name="Google Shape;314;p23"/>
          <p:cNvPicPr preferRelativeResize="0"/>
          <p:nvPr/>
        </p:nvPicPr>
        <p:blipFill rotWithShape="1">
          <a:blip r:embed="rId4">
            <a:alphaModFix/>
          </a:blip>
          <a:srcRect b="0" l="0" r="0" t="0"/>
          <a:stretch/>
        </p:blipFill>
        <p:spPr>
          <a:xfrm>
            <a:off x="5148072" y="5070863"/>
            <a:ext cx="1895856" cy="1787137"/>
          </a:xfrm>
          <a:prstGeom prst="rect">
            <a:avLst/>
          </a:prstGeom>
          <a:noFill/>
          <a:ln>
            <a:noFill/>
          </a:ln>
        </p:spPr>
      </p:pic>
      <p:sp>
        <p:nvSpPr>
          <p:cNvPr id="315" name="Google Shape;315;p23"/>
          <p:cNvSpPr txBox="1"/>
          <p:nvPr>
            <p:ph type="title"/>
          </p:nvPr>
        </p:nvSpPr>
        <p:spPr>
          <a:xfrm>
            <a:off x="3966972" y="607800"/>
            <a:ext cx="4258056" cy="63919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SzPct val="100000"/>
              <a:buFont typeface="Arial"/>
              <a:buNone/>
            </a:pPr>
            <a:r>
              <a:rPr lang="en-US">
                <a:solidFill>
                  <a:schemeClr val="lt1"/>
                </a:solidFill>
              </a:rPr>
              <a:t>EDGE BP AFRICA</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24"/>
          <p:cNvPicPr preferRelativeResize="0"/>
          <p:nvPr>
            <p:ph idx="2" type="pic"/>
          </p:nvPr>
        </p:nvPicPr>
        <p:blipFill rotWithShape="1">
          <a:blip r:embed="rId3">
            <a:alphaModFix/>
          </a:blip>
          <a:srcRect b="0" l="19334" r="14488" t="0"/>
          <a:stretch/>
        </p:blipFill>
        <p:spPr>
          <a:xfrm>
            <a:off x="228258" y="465709"/>
            <a:ext cx="6706286" cy="6392291"/>
          </a:xfrm>
          <a:prstGeom prst="rect">
            <a:avLst/>
          </a:prstGeom>
          <a:noFill/>
          <a:ln>
            <a:noFill/>
          </a:ln>
        </p:spPr>
      </p:pic>
      <p:sp>
        <p:nvSpPr>
          <p:cNvPr id="321" name="Google Shape;321;p24"/>
          <p:cNvSpPr txBox="1"/>
          <p:nvPr>
            <p:ph type="title"/>
          </p:nvPr>
        </p:nvSpPr>
        <p:spPr>
          <a:xfrm>
            <a:off x="7525512" y="662664"/>
            <a:ext cx="4258056" cy="63919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80000"/>
              </a:lnSpc>
              <a:spcBef>
                <a:spcPts val="0"/>
              </a:spcBef>
              <a:spcAft>
                <a:spcPts val="0"/>
              </a:spcAft>
              <a:buSzPct val="100000"/>
              <a:buFont typeface="Arial"/>
              <a:buNone/>
            </a:pPr>
            <a:r>
              <a:rPr lang="en-US"/>
              <a:t>INTRODUCTION</a:t>
            </a:r>
            <a:endParaRPr/>
          </a:p>
        </p:txBody>
      </p:sp>
      <p:sp>
        <p:nvSpPr>
          <p:cNvPr id="322" name="Google Shape;322;p24"/>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3" name="Google Shape;323;p24"/>
          <p:cNvSpPr txBox="1"/>
          <p:nvPr>
            <p:ph idx="1" type="body"/>
          </p:nvPr>
        </p:nvSpPr>
        <p:spPr>
          <a:xfrm>
            <a:off x="6934550" y="2745062"/>
            <a:ext cx="5172000" cy="2033700"/>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0"/>
              </a:spcBef>
              <a:spcAft>
                <a:spcPts val="0"/>
              </a:spcAft>
              <a:buClr>
                <a:schemeClr val="lt1"/>
              </a:buClr>
              <a:buSzPts val="1600"/>
              <a:buNone/>
            </a:pPr>
            <a:r>
              <a:rPr lang="en-US"/>
              <a:t>​High blood pressure is a leading cause of heart disease, kidney failure, and early death worldwide. Millions of deaths each year are linked to uncontrolled hypertension. Many of these deaths are preventable with early detection and monitoring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5"/>
          <p:cNvSpPr txBox="1"/>
          <p:nvPr>
            <p:ph type="title"/>
          </p:nvPr>
        </p:nvSpPr>
        <p:spPr>
          <a:xfrm>
            <a:off x="2891574" y="658420"/>
            <a:ext cx="6408851" cy="665965"/>
          </a:xfrm>
          <a:prstGeom prst="rect">
            <a:avLst/>
          </a:prstGeom>
          <a:noFill/>
          <a:ln>
            <a:noFill/>
          </a:ln>
        </p:spPr>
        <p:txBody>
          <a:bodyPr anchorCtr="0" anchor="ctr" bIns="45700" lIns="91425" spcFirstLastPara="1" rIns="91425" wrap="square" tIns="45700">
            <a:noAutofit/>
          </a:bodyPr>
          <a:lstStyle/>
          <a:p>
            <a:pPr indent="0" lvl="0" marL="0" rtl="0" algn="r">
              <a:lnSpc>
                <a:spcPct val="80000"/>
              </a:lnSpc>
              <a:spcBef>
                <a:spcPts val="0"/>
              </a:spcBef>
              <a:spcAft>
                <a:spcPts val="0"/>
              </a:spcAft>
              <a:buSzPts val="4000"/>
              <a:buFont typeface="Arial"/>
              <a:buNone/>
            </a:pPr>
            <a:r>
              <a:rPr lang="en-US"/>
              <a:t>PROBLEM</a:t>
            </a:r>
            <a:endParaRPr/>
          </a:p>
        </p:txBody>
      </p:sp>
      <p:sp>
        <p:nvSpPr>
          <p:cNvPr id="329" name="Google Shape;329;p25"/>
          <p:cNvSpPr txBox="1"/>
          <p:nvPr>
            <p:ph idx="2" type="body"/>
          </p:nvPr>
        </p:nvSpPr>
        <p:spPr>
          <a:xfrm>
            <a:off x="185627" y="2366763"/>
            <a:ext cx="3281555" cy="42639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4"/>
              </a:buClr>
              <a:buSzPts val="1600"/>
              <a:buNone/>
            </a:pPr>
            <a:r>
              <a:rPr lang="en-US"/>
              <a:t>MARKET GAP</a:t>
            </a:r>
            <a:endParaRPr/>
          </a:p>
        </p:txBody>
      </p:sp>
      <p:sp>
        <p:nvSpPr>
          <p:cNvPr id="330" name="Google Shape;330;p25"/>
          <p:cNvSpPr txBox="1"/>
          <p:nvPr>
            <p:ph idx="1" type="body"/>
          </p:nvPr>
        </p:nvSpPr>
        <p:spPr>
          <a:xfrm>
            <a:off x="223156" y="2968384"/>
            <a:ext cx="3281555" cy="3622878"/>
          </a:xfrm>
          <a:prstGeom prst="rect">
            <a:avLst/>
          </a:prstGeom>
          <a:noFill/>
          <a:ln>
            <a:noFill/>
          </a:ln>
        </p:spPr>
        <p:txBody>
          <a:bodyPr anchorCtr="0" anchor="t" bIns="45700" lIns="91425" spcFirstLastPara="1" rIns="91425" wrap="square" tIns="45700">
            <a:normAutofit/>
          </a:bodyPr>
          <a:lstStyle/>
          <a:p>
            <a:pPr indent="-285750" lvl="0" marL="285750" rtl="0" algn="l">
              <a:lnSpc>
                <a:spcPct val="160000"/>
              </a:lnSpc>
              <a:spcBef>
                <a:spcPts val="0"/>
              </a:spcBef>
              <a:spcAft>
                <a:spcPts val="0"/>
              </a:spcAft>
              <a:buClr>
                <a:schemeClr val="dk1"/>
              </a:buClr>
              <a:buSzPts val="1400"/>
              <a:buFont typeface="Arial"/>
              <a:buChar char="•"/>
            </a:pPr>
            <a:r>
              <a:rPr lang="en-US"/>
              <a:t>Elderly African parents live alone due to urban migration of their children resulting in no health support</a:t>
            </a:r>
            <a:endParaRPr/>
          </a:p>
          <a:p>
            <a:pPr indent="-285750" lvl="0" marL="285750" rtl="0" algn="l">
              <a:lnSpc>
                <a:spcPct val="160000"/>
              </a:lnSpc>
              <a:spcBef>
                <a:spcPts val="0"/>
              </a:spcBef>
              <a:spcAft>
                <a:spcPts val="0"/>
              </a:spcAft>
              <a:buClr>
                <a:schemeClr val="dk1"/>
              </a:buClr>
              <a:buSzPts val="1400"/>
              <a:buFont typeface="Arial"/>
              <a:buChar char="•"/>
            </a:pPr>
            <a:r>
              <a:rPr lang="en-US"/>
              <a:t>Missed medication and lack of emergency support</a:t>
            </a:r>
            <a:endParaRPr/>
          </a:p>
          <a:p>
            <a:pPr indent="-285750" lvl="0" marL="285750" rtl="0" algn="l">
              <a:lnSpc>
                <a:spcPct val="160000"/>
              </a:lnSpc>
              <a:spcBef>
                <a:spcPts val="0"/>
              </a:spcBef>
              <a:spcAft>
                <a:spcPts val="0"/>
              </a:spcAft>
              <a:buClr>
                <a:schemeClr val="dk1"/>
              </a:buClr>
              <a:buSzPts val="1400"/>
              <a:buFont typeface="Arial"/>
              <a:buChar char="•"/>
            </a:pPr>
            <a:r>
              <a:rPr lang="en-US"/>
              <a:t>Medical facilities are often far or hard to access</a:t>
            </a:r>
            <a:endParaRPr/>
          </a:p>
        </p:txBody>
      </p:sp>
      <p:sp>
        <p:nvSpPr>
          <p:cNvPr id="331" name="Google Shape;331;p25"/>
          <p:cNvSpPr txBox="1"/>
          <p:nvPr>
            <p:ph idx="4" type="body"/>
          </p:nvPr>
        </p:nvSpPr>
        <p:spPr>
          <a:xfrm>
            <a:off x="4455221" y="2374802"/>
            <a:ext cx="3281555" cy="42639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4"/>
              </a:buClr>
              <a:buSzPts val="1600"/>
              <a:buNone/>
            </a:pPr>
            <a:r>
              <a:rPr lang="en-US"/>
              <a:t>COSTS</a:t>
            </a:r>
            <a:endParaRPr/>
          </a:p>
        </p:txBody>
      </p:sp>
      <p:sp>
        <p:nvSpPr>
          <p:cNvPr id="332" name="Google Shape;332;p25"/>
          <p:cNvSpPr txBox="1"/>
          <p:nvPr>
            <p:ph idx="3" type="body"/>
          </p:nvPr>
        </p:nvSpPr>
        <p:spPr>
          <a:xfrm>
            <a:off x="4230624" y="2857642"/>
            <a:ext cx="3281555" cy="3341938"/>
          </a:xfrm>
          <a:prstGeom prst="rect">
            <a:avLst/>
          </a:prstGeom>
          <a:noFill/>
          <a:ln>
            <a:noFill/>
          </a:ln>
        </p:spPr>
        <p:txBody>
          <a:bodyPr anchorCtr="0" anchor="t" bIns="45700" lIns="91425" spcFirstLastPara="1" rIns="91425" wrap="square" tIns="45700">
            <a:noAutofit/>
          </a:bodyPr>
          <a:lstStyle/>
          <a:p>
            <a:pPr indent="-285750" lvl="0" marL="285750" rtl="0" algn="l">
              <a:lnSpc>
                <a:spcPct val="150000"/>
              </a:lnSpc>
              <a:spcBef>
                <a:spcPts val="0"/>
              </a:spcBef>
              <a:spcAft>
                <a:spcPts val="0"/>
              </a:spcAft>
              <a:buClr>
                <a:schemeClr val="dk1"/>
              </a:buClr>
              <a:buSzPts val="1400"/>
              <a:buFont typeface="Arial"/>
              <a:buChar char="•"/>
            </a:pPr>
            <a:r>
              <a:rPr lang="en-US"/>
              <a:t>Health devices are designed for European target markets</a:t>
            </a:r>
            <a:endParaRPr/>
          </a:p>
          <a:p>
            <a:pPr indent="-285750" lvl="0" marL="285750" rtl="0" algn="l">
              <a:lnSpc>
                <a:spcPct val="150000"/>
              </a:lnSpc>
              <a:spcBef>
                <a:spcPts val="0"/>
              </a:spcBef>
              <a:spcAft>
                <a:spcPts val="0"/>
              </a:spcAft>
              <a:buClr>
                <a:schemeClr val="dk1"/>
              </a:buClr>
              <a:buSzPts val="1400"/>
              <a:buFont typeface="Arial"/>
              <a:buChar char="•"/>
            </a:pPr>
            <a:r>
              <a:rPr lang="en-US"/>
              <a:t>High costs make these inaccessible to African countries</a:t>
            </a:r>
            <a:endParaRPr/>
          </a:p>
        </p:txBody>
      </p:sp>
      <p:sp>
        <p:nvSpPr>
          <p:cNvPr id="333" name="Google Shape;333;p25"/>
          <p:cNvSpPr txBox="1"/>
          <p:nvPr>
            <p:ph idx="6" type="body"/>
          </p:nvPr>
        </p:nvSpPr>
        <p:spPr>
          <a:xfrm>
            <a:off x="8085309" y="2363413"/>
            <a:ext cx="3281555" cy="42639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4"/>
              </a:buClr>
              <a:buSzPts val="1600"/>
              <a:buNone/>
            </a:pPr>
            <a:r>
              <a:rPr lang="en-US"/>
              <a:t>TARGET USERS</a:t>
            </a:r>
            <a:endParaRPr/>
          </a:p>
        </p:txBody>
      </p:sp>
      <p:sp>
        <p:nvSpPr>
          <p:cNvPr id="334" name="Google Shape;334;p25"/>
          <p:cNvSpPr txBox="1"/>
          <p:nvPr>
            <p:ph idx="5" type="body"/>
          </p:nvPr>
        </p:nvSpPr>
        <p:spPr>
          <a:xfrm>
            <a:off x="8141047" y="2876836"/>
            <a:ext cx="3170081" cy="3673639"/>
          </a:xfrm>
          <a:prstGeom prst="rect">
            <a:avLst/>
          </a:prstGeom>
          <a:noFill/>
          <a:ln>
            <a:noFill/>
          </a:ln>
        </p:spPr>
        <p:txBody>
          <a:bodyPr anchorCtr="0" anchor="t" bIns="45700" lIns="91425" spcFirstLastPara="1" rIns="91425" wrap="square" tIns="45700">
            <a:normAutofit/>
          </a:bodyPr>
          <a:lstStyle/>
          <a:p>
            <a:pPr indent="-285750" lvl="0" marL="285750" rtl="0" algn="l">
              <a:lnSpc>
                <a:spcPct val="160000"/>
              </a:lnSpc>
              <a:spcBef>
                <a:spcPts val="0"/>
              </a:spcBef>
              <a:spcAft>
                <a:spcPts val="0"/>
              </a:spcAft>
              <a:buClr>
                <a:schemeClr val="dk1"/>
              </a:buClr>
              <a:buSzPts val="1400"/>
              <a:buFont typeface="Arial"/>
              <a:buChar char="•"/>
            </a:pPr>
            <a:r>
              <a:rPr lang="en-US"/>
              <a:t>Adults aged 40+ or at risk of hypertension in semi-urban or rural areas</a:t>
            </a:r>
            <a:endParaRPr/>
          </a:p>
          <a:p>
            <a:pPr indent="-285750" lvl="0" marL="285750" rtl="0" algn="l">
              <a:lnSpc>
                <a:spcPct val="160000"/>
              </a:lnSpc>
              <a:spcBef>
                <a:spcPts val="0"/>
              </a:spcBef>
              <a:spcAft>
                <a:spcPts val="0"/>
              </a:spcAft>
              <a:buClr>
                <a:schemeClr val="dk1"/>
              </a:buClr>
              <a:buSzPts val="1400"/>
              <a:buFont typeface="Arial"/>
              <a:buChar char="•"/>
            </a:pPr>
            <a:r>
              <a:rPr lang="en-US"/>
              <a:t>Smartphone access with support from the community</a:t>
            </a:r>
            <a:endParaRPr/>
          </a:p>
        </p:txBody>
      </p:sp>
      <p:sp>
        <p:nvSpPr>
          <p:cNvPr id="335" name="Google Shape;335;p25"/>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 name="Google Shape;336;p25"/>
          <p:cNvSpPr txBox="1"/>
          <p:nvPr/>
        </p:nvSpPr>
        <p:spPr>
          <a:xfrm>
            <a:off x="6501545" y="1455494"/>
            <a:ext cx="61081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Health crises may go unnoticed until it is too late</a:t>
            </a:r>
            <a:endParaRPr/>
          </a:p>
        </p:txBody>
      </p:sp>
      <p:pic>
        <p:nvPicPr>
          <p:cNvPr descr="Group of women outline" id="337" name="Google Shape;337;p25"/>
          <p:cNvPicPr preferRelativeResize="0"/>
          <p:nvPr/>
        </p:nvPicPr>
        <p:blipFill rotWithShape="1">
          <a:blip r:embed="rId3">
            <a:alphaModFix/>
          </a:blip>
          <a:srcRect b="0" l="0" r="0" t="0"/>
          <a:stretch/>
        </p:blipFill>
        <p:spPr>
          <a:xfrm>
            <a:off x="10227059" y="2317427"/>
            <a:ext cx="599148" cy="600075"/>
          </a:xfrm>
          <a:prstGeom prst="rect">
            <a:avLst/>
          </a:prstGeom>
          <a:noFill/>
          <a:ln>
            <a:noFill/>
          </a:ln>
        </p:spPr>
      </p:pic>
      <p:pic>
        <p:nvPicPr>
          <p:cNvPr id="338" name="Google Shape;338;p25"/>
          <p:cNvPicPr preferRelativeResize="0"/>
          <p:nvPr/>
        </p:nvPicPr>
        <p:blipFill rotWithShape="1">
          <a:blip r:embed="rId4">
            <a:alphaModFix/>
          </a:blip>
          <a:srcRect b="0" l="0" r="0" t="0"/>
          <a:stretch/>
        </p:blipFill>
        <p:spPr>
          <a:xfrm>
            <a:off x="5413032" y="2322218"/>
            <a:ext cx="599148" cy="599148"/>
          </a:xfrm>
          <a:prstGeom prst="rect">
            <a:avLst/>
          </a:prstGeom>
          <a:noFill/>
          <a:ln>
            <a:noFill/>
          </a:ln>
        </p:spPr>
      </p:pic>
      <p:pic>
        <p:nvPicPr>
          <p:cNvPr id="339" name="Google Shape;339;p25"/>
          <p:cNvPicPr preferRelativeResize="0"/>
          <p:nvPr/>
        </p:nvPicPr>
        <p:blipFill rotWithShape="1">
          <a:blip r:embed="rId5">
            <a:alphaModFix/>
          </a:blip>
          <a:srcRect b="0" l="0" r="0" t="0"/>
          <a:stretch/>
        </p:blipFill>
        <p:spPr>
          <a:xfrm>
            <a:off x="2024027" y="2318354"/>
            <a:ext cx="599148" cy="599148"/>
          </a:xfrm>
          <a:prstGeom prst="rect">
            <a:avLst/>
          </a:prstGeom>
          <a:noFill/>
          <a:ln>
            <a:noFill/>
          </a:ln>
        </p:spPr>
      </p:pic>
      <p:pic>
        <p:nvPicPr>
          <p:cNvPr id="340" name="Google Shape;340;p25"/>
          <p:cNvPicPr preferRelativeResize="0"/>
          <p:nvPr/>
        </p:nvPicPr>
        <p:blipFill rotWithShape="1">
          <a:blip r:embed="rId6">
            <a:alphaModFix/>
          </a:blip>
          <a:srcRect b="6175" l="10264" r="5246" t="0"/>
          <a:stretch/>
        </p:blipFill>
        <p:spPr>
          <a:xfrm>
            <a:off x="8425082" y="4646989"/>
            <a:ext cx="2602010" cy="2074486"/>
          </a:xfrm>
          <a:prstGeom prst="rect">
            <a:avLst/>
          </a:prstGeom>
          <a:noFill/>
          <a:ln>
            <a:noFill/>
          </a:ln>
        </p:spPr>
      </p:pic>
      <p:pic>
        <p:nvPicPr>
          <p:cNvPr id="341" name="Google Shape;341;p25"/>
          <p:cNvPicPr preferRelativeResize="0"/>
          <p:nvPr/>
        </p:nvPicPr>
        <p:blipFill rotWithShape="1">
          <a:blip r:embed="rId7">
            <a:alphaModFix/>
          </a:blip>
          <a:srcRect b="0" l="8190" r="8190" t="0"/>
          <a:stretch/>
        </p:blipFill>
        <p:spPr>
          <a:xfrm>
            <a:off x="289564" y="117049"/>
            <a:ext cx="2602010" cy="2074486"/>
          </a:xfrm>
          <a:prstGeom prst="rect">
            <a:avLst/>
          </a:prstGeom>
          <a:noFill/>
          <a:ln>
            <a:noFill/>
          </a:ln>
        </p:spPr>
      </p:pic>
      <p:pic>
        <p:nvPicPr>
          <p:cNvPr descr="A person holding money in his hands&#10;&#10;AI-generated content may be incorrect." id="342" name="Google Shape;342;p25"/>
          <p:cNvPicPr preferRelativeResize="0"/>
          <p:nvPr/>
        </p:nvPicPr>
        <p:blipFill rotWithShape="1">
          <a:blip r:embed="rId8">
            <a:alphaModFix/>
          </a:blip>
          <a:srcRect b="9074" l="0" r="0" t="0"/>
          <a:stretch/>
        </p:blipFill>
        <p:spPr>
          <a:xfrm>
            <a:off x="4008981" y="4713655"/>
            <a:ext cx="3407250" cy="18776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6"/>
          <p:cNvSpPr txBox="1"/>
          <p:nvPr>
            <p:ph type="title"/>
          </p:nvPr>
        </p:nvSpPr>
        <p:spPr>
          <a:xfrm rot="-5400000">
            <a:off x="575672" y="4121035"/>
            <a:ext cx="3337712" cy="639195"/>
          </a:xfrm>
          <a:prstGeom prst="rect">
            <a:avLst/>
          </a:prstGeom>
          <a:noFill/>
          <a:ln>
            <a:noFill/>
          </a:ln>
        </p:spPr>
        <p:txBody>
          <a:bodyPr anchorCtr="0" anchor="ctr" bIns="45700" lIns="91425" spcFirstLastPara="1" rIns="91425" wrap="square" tIns="45700">
            <a:noAutofit/>
          </a:bodyPr>
          <a:lstStyle/>
          <a:p>
            <a:pPr indent="0" lvl="0" marL="0" rtl="0" algn="r">
              <a:lnSpc>
                <a:spcPct val="80000"/>
              </a:lnSpc>
              <a:spcBef>
                <a:spcPts val="0"/>
              </a:spcBef>
              <a:spcAft>
                <a:spcPts val="0"/>
              </a:spcAft>
              <a:buSzPts val="4000"/>
              <a:buFont typeface="Arial"/>
              <a:buNone/>
            </a:pPr>
            <a:r>
              <a:rPr lang="en-US"/>
              <a:t>SOLUTION</a:t>
            </a:r>
            <a:endParaRPr/>
          </a:p>
        </p:txBody>
      </p:sp>
      <p:pic>
        <p:nvPicPr>
          <p:cNvPr descr="Brain in head with solid fill" id="348" name="Google Shape;348;p26"/>
          <p:cNvPicPr preferRelativeResize="0"/>
          <p:nvPr>
            <p:ph idx="13" type="pic"/>
          </p:nvPr>
        </p:nvPicPr>
        <p:blipFill rotWithShape="1">
          <a:blip r:embed="rId3">
            <a:alphaModFix/>
          </a:blip>
          <a:srcRect b="0" l="0" r="0" t="0"/>
          <a:stretch/>
        </p:blipFill>
        <p:spPr>
          <a:xfrm>
            <a:off x="3361938" y="415927"/>
            <a:ext cx="925035" cy="926466"/>
          </a:xfrm>
          <a:prstGeom prst="rect">
            <a:avLst/>
          </a:prstGeom>
          <a:noFill/>
          <a:ln>
            <a:noFill/>
          </a:ln>
        </p:spPr>
      </p:pic>
      <p:sp>
        <p:nvSpPr>
          <p:cNvPr id="349" name="Google Shape;349;p26"/>
          <p:cNvSpPr txBox="1"/>
          <p:nvPr>
            <p:ph idx="14" type="body"/>
          </p:nvPr>
        </p:nvSpPr>
        <p:spPr>
          <a:xfrm>
            <a:off x="3361938" y="1082566"/>
            <a:ext cx="4465325" cy="66217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4"/>
              </a:buClr>
              <a:buSzPts val="1600"/>
              <a:buNone/>
            </a:pPr>
            <a:r>
              <a:rPr lang="en-US"/>
              <a:t>SMART &amp; SIMPLE</a:t>
            </a:r>
            <a:endParaRPr/>
          </a:p>
        </p:txBody>
      </p:sp>
      <p:sp>
        <p:nvSpPr>
          <p:cNvPr id="350" name="Google Shape;350;p26"/>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1" name="Google Shape;351;p26"/>
          <p:cNvPicPr preferRelativeResize="0"/>
          <p:nvPr/>
        </p:nvPicPr>
        <p:blipFill rotWithShape="1">
          <a:blip r:embed="rId4">
            <a:alphaModFix/>
          </a:blip>
          <a:srcRect b="15793" l="28531" r="26521" t="11127"/>
          <a:stretch/>
        </p:blipFill>
        <p:spPr>
          <a:xfrm>
            <a:off x="7040880" y="1615776"/>
            <a:ext cx="5083678" cy="4649240"/>
          </a:xfrm>
          <a:prstGeom prst="rect">
            <a:avLst/>
          </a:prstGeom>
          <a:noFill/>
          <a:ln>
            <a:noFill/>
          </a:ln>
        </p:spPr>
      </p:pic>
      <p:sp>
        <p:nvSpPr>
          <p:cNvPr id="352" name="Google Shape;352;p26"/>
          <p:cNvSpPr txBox="1"/>
          <p:nvPr>
            <p:ph idx="15" type="body"/>
          </p:nvPr>
        </p:nvSpPr>
        <p:spPr>
          <a:xfrm>
            <a:off x="3361938" y="1995475"/>
            <a:ext cx="4556766" cy="2206591"/>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0"/>
              </a:spcBef>
              <a:spcAft>
                <a:spcPts val="0"/>
              </a:spcAft>
              <a:buClr>
                <a:schemeClr val="dk1"/>
              </a:buClr>
              <a:buSzPts val="1400"/>
              <a:buNone/>
            </a:pPr>
            <a:r>
              <a:rPr lang="en-US"/>
              <a:t>An </a:t>
            </a:r>
            <a:r>
              <a:rPr b="1" lang="en-US"/>
              <a:t>African</a:t>
            </a:r>
            <a:r>
              <a:rPr lang="en-US"/>
              <a:t> bead–inspired smart </a:t>
            </a:r>
            <a:r>
              <a:rPr b="1" lang="en-US"/>
              <a:t>bracelet</a:t>
            </a:r>
            <a:r>
              <a:rPr lang="en-US"/>
              <a:t> that captures </a:t>
            </a:r>
            <a:r>
              <a:rPr b="1" lang="en-US"/>
              <a:t>accurate</a:t>
            </a:r>
            <a:r>
              <a:rPr lang="en-US"/>
              <a:t> heart rate and blood pressure data using </a:t>
            </a:r>
            <a:r>
              <a:rPr b="1" lang="en-US"/>
              <a:t>skin-optimized optical sensors</a:t>
            </a:r>
            <a:r>
              <a:rPr lang="en-US"/>
              <a:t>. The band streams raw data to a smartphone for </a:t>
            </a:r>
            <a:r>
              <a:rPr b="1" lang="en-US"/>
              <a:t>offline</a:t>
            </a:r>
            <a:r>
              <a:rPr lang="en-US"/>
              <a:t> AI processing and safety monitoring, ensuring </a:t>
            </a:r>
            <a:r>
              <a:rPr b="1" lang="en-US"/>
              <a:t>reliable</a:t>
            </a:r>
            <a:r>
              <a:rPr lang="en-US"/>
              <a:t> alerts even in </a:t>
            </a:r>
            <a:r>
              <a:rPr b="1" lang="en-US"/>
              <a:t>low-connectivity</a:t>
            </a:r>
            <a:r>
              <a:rPr lang="en-US"/>
              <a:t> environments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5307805" y="241783"/>
            <a:ext cx="6605589" cy="639192"/>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4000"/>
              <a:buFont typeface="Arial"/>
              <a:buNone/>
            </a:pPr>
            <a:r>
              <a:rPr lang="en-US"/>
              <a:t>TECHNICAL OVERVIEW</a:t>
            </a:r>
            <a:endParaRPr/>
          </a:p>
        </p:txBody>
      </p:sp>
      <p:sp>
        <p:nvSpPr>
          <p:cNvPr id="358" name="Google Shape;358;p27"/>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9" name="Google Shape;359;p27"/>
          <p:cNvPicPr preferRelativeResize="0"/>
          <p:nvPr/>
        </p:nvPicPr>
        <p:blipFill rotWithShape="1">
          <a:blip r:embed="rId3">
            <a:alphaModFix/>
          </a:blip>
          <a:srcRect b="3076" l="1629" r="2202" t="2760"/>
          <a:stretch/>
        </p:blipFill>
        <p:spPr>
          <a:xfrm>
            <a:off x="1060750" y="982325"/>
            <a:ext cx="10070493" cy="5110500"/>
          </a:xfrm>
          <a:prstGeom prst="rect">
            <a:avLst/>
          </a:prstGeom>
          <a:noFill/>
          <a:ln>
            <a:noFill/>
          </a:ln>
        </p:spPr>
      </p:pic>
      <p:sp>
        <p:nvSpPr>
          <p:cNvPr id="360" name="Google Shape;360;p27"/>
          <p:cNvSpPr txBox="1"/>
          <p:nvPr>
            <p:ph idx="11" type="ftr"/>
          </p:nvPr>
        </p:nvSpPr>
        <p:spPr>
          <a:xfrm>
            <a:off x="83820" y="6424577"/>
            <a:ext cx="7313675" cy="39362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600"/>
              <a:t>SLAPNIČAR, G., ET AL. (2019). "BLOOD PRESSURE ESTIMATION FROM PHOTOPLETHYSMOGRAM USING A SPECTRO-TEMPORAL DEEP NEURAL NETWORK." SENSORS.</a:t>
            </a:r>
            <a:endParaRPr/>
          </a:p>
          <a:p>
            <a:pPr indent="0" lvl="0" marL="0" rtl="0" algn="l">
              <a:spcBef>
                <a:spcPts val="0"/>
              </a:spcBef>
              <a:spcAft>
                <a:spcPts val="0"/>
              </a:spcAft>
              <a:buNone/>
            </a:pPr>
            <a:r>
              <a:rPr i="1" lang="en-US" sz="600"/>
              <a:t>JACOB, B., ET AL. (2018). "QUANTIZATION AND TRAINING OF NEURAL NETWORKS FOR EFFICIENT INTEGER-ARITHMETIC-ONLY INFERENCE." CVPR PROCEEDINGS.</a:t>
            </a:r>
            <a:endParaRPr sz="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8"/>
          <p:cNvSpPr txBox="1"/>
          <p:nvPr>
            <p:ph type="title"/>
          </p:nvPr>
        </p:nvSpPr>
        <p:spPr>
          <a:xfrm>
            <a:off x="724203" y="671808"/>
            <a:ext cx="6041907" cy="639192"/>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4000"/>
              <a:buFont typeface="Arial"/>
              <a:buNone/>
            </a:pPr>
            <a:r>
              <a:rPr lang="en-US"/>
              <a:t>OUR COMPETITION</a:t>
            </a:r>
            <a:endParaRPr/>
          </a:p>
        </p:txBody>
      </p:sp>
      <p:sp>
        <p:nvSpPr>
          <p:cNvPr id="366" name="Google Shape;366;p28"/>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67" name="Google Shape;367;p28"/>
          <p:cNvGraphicFramePr/>
          <p:nvPr/>
        </p:nvGraphicFramePr>
        <p:xfrm>
          <a:off x="427408" y="1734626"/>
          <a:ext cx="3000000" cy="3000000"/>
        </p:xfrm>
        <a:graphic>
          <a:graphicData uri="http://schemas.openxmlformats.org/drawingml/2006/table">
            <a:tbl>
              <a:tblPr bandRow="1" firstCol="1" firstRow="1">
                <a:noFill/>
                <a:tableStyleId>{48597EE7-55E4-40DF-91EB-70410AAE7A55}</a:tableStyleId>
              </a:tblPr>
              <a:tblGrid>
                <a:gridCol w="1947725"/>
                <a:gridCol w="3436625"/>
                <a:gridCol w="2692175"/>
              </a:tblGrid>
              <a:tr h="839900">
                <a:tc>
                  <a:txBody>
                    <a:bodyPr/>
                    <a:lstStyle/>
                    <a:p>
                      <a:pPr indent="0" lvl="0" marL="0" marR="0" rtl="0" algn="ctr">
                        <a:lnSpc>
                          <a:spcPct val="115000"/>
                        </a:lnSpc>
                        <a:spcBef>
                          <a:spcPts val="0"/>
                        </a:spcBef>
                        <a:spcAft>
                          <a:spcPts val="0"/>
                        </a:spcAft>
                        <a:buClr>
                          <a:schemeClr val="dk1"/>
                        </a:buClr>
                        <a:buSzPts val="1100"/>
                        <a:buFont typeface="Arial"/>
                        <a:buNone/>
                      </a:pPr>
                      <a:r>
                        <a:rPr lang="en-US" sz="1100" u="none" cap="none" strike="noStrike"/>
                        <a:t>Area</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ctr">
                        <a:lnSpc>
                          <a:spcPct val="115000"/>
                        </a:lnSpc>
                        <a:spcBef>
                          <a:spcPts val="0"/>
                        </a:spcBef>
                        <a:spcAft>
                          <a:spcPts val="0"/>
                        </a:spcAft>
                        <a:buClr>
                          <a:schemeClr val="dk1"/>
                        </a:buClr>
                        <a:buSzPts val="1100"/>
                        <a:buFont typeface="Arial"/>
                        <a:buNone/>
                      </a:pPr>
                      <a:r>
                        <a:rPr lang="en-US" sz="1100" u="none" cap="none" strike="noStrike"/>
                        <a:t>Existing US/European Solutions</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ctr">
                        <a:lnSpc>
                          <a:spcPct val="115000"/>
                        </a:lnSpc>
                        <a:spcBef>
                          <a:spcPts val="0"/>
                        </a:spcBef>
                        <a:spcAft>
                          <a:spcPts val="0"/>
                        </a:spcAft>
                        <a:buClr>
                          <a:schemeClr val="dk1"/>
                        </a:buClr>
                        <a:buSzPts val="1100"/>
                        <a:buFont typeface="Arial"/>
                        <a:buNone/>
                      </a:pPr>
                      <a:r>
                        <a:rPr lang="en-US" sz="1100" u="none" cap="none" strike="noStrike"/>
                        <a:t>Our Africa-First Solution</a:t>
                      </a:r>
                      <a:endParaRPr sz="1200" u="none" cap="none" strike="noStrike">
                        <a:latin typeface="Times New Roman"/>
                        <a:ea typeface="Times New Roman"/>
                        <a:cs typeface="Times New Roman"/>
                        <a:sym typeface="Times New Roman"/>
                      </a:endParaRPr>
                    </a:p>
                  </a:txBody>
                  <a:tcPr marT="0" marB="0" marR="68575" marL="68575"/>
                </a:tc>
              </a:tr>
              <a:tr h="839900">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Connectivity &amp; AI Processing</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Cloud-based AI requiring constant internet</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Edge-based AI works offline with SMS/GSM fallback</a:t>
                      </a:r>
                      <a:endParaRPr sz="1200" u="none" cap="none" strike="noStrike">
                        <a:latin typeface="Times New Roman"/>
                        <a:ea typeface="Times New Roman"/>
                        <a:cs typeface="Times New Roman"/>
                        <a:sym typeface="Times New Roman"/>
                      </a:endParaRPr>
                    </a:p>
                  </a:txBody>
                  <a:tcPr marT="0" marB="0" marR="68575" marL="68575"/>
                </a:tc>
              </a:tr>
              <a:tr h="839900">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Power &amp; Charging</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Assumes daily charging and stable grid power</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Ultra-low-power design with solar and power-bank charging</a:t>
                      </a:r>
                      <a:endParaRPr sz="1200" u="none" cap="none" strike="noStrike">
                        <a:latin typeface="Times New Roman"/>
                        <a:ea typeface="Times New Roman"/>
                        <a:cs typeface="Times New Roman"/>
                        <a:sym typeface="Times New Roman"/>
                      </a:endParaRPr>
                    </a:p>
                  </a:txBody>
                  <a:tcPr marT="0" marB="0" marR="68575" marL="68575"/>
                </a:tc>
              </a:tr>
              <a:tr h="839900">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Cost &amp; Hardware Design</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Expensive, imported, proprietary devices , annual subscription fee (Whoop) or initial high cost outlay (Apple)</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Low-cost, modular devices built and repaired locally</a:t>
                      </a:r>
                      <a:endParaRPr sz="1200" u="none" cap="none" strike="noStrike">
                        <a:latin typeface="Times New Roman"/>
                        <a:ea typeface="Times New Roman"/>
                        <a:cs typeface="Times New Roman"/>
                        <a:sym typeface="Times New Roman"/>
                      </a:endParaRPr>
                    </a:p>
                  </a:txBody>
                  <a:tcPr marT="0" marB="0" marR="68575" marL="68575"/>
                </a:tc>
              </a:tr>
              <a:tr h="839900">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Care &amp; Emergency Response</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Hospital-centric, doctor-heavy workflows</a:t>
                      </a:r>
                      <a:endParaRPr sz="12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15000"/>
                        </a:lnSpc>
                        <a:spcBef>
                          <a:spcPts val="0"/>
                        </a:spcBef>
                        <a:spcAft>
                          <a:spcPts val="0"/>
                        </a:spcAft>
                        <a:buClr>
                          <a:schemeClr val="dk1"/>
                        </a:buClr>
                        <a:buSzPts val="1100"/>
                        <a:buFont typeface="Arial"/>
                        <a:buNone/>
                      </a:pPr>
                      <a:r>
                        <a:rPr lang="en-US" sz="1100" u="none" cap="none" strike="noStrike"/>
                        <a:t>Community-based escalation with AI patient triage</a:t>
                      </a:r>
                      <a:endParaRPr sz="1200" u="none" cap="none" strike="noStrike">
                        <a:latin typeface="Times New Roman"/>
                        <a:ea typeface="Times New Roman"/>
                        <a:cs typeface="Times New Roman"/>
                        <a:sym typeface="Times New Roman"/>
                      </a:endParaRPr>
                    </a:p>
                  </a:txBody>
                  <a:tcPr marT="0" marB="0" marR="68575" marL="68575"/>
                </a:tc>
              </a:tr>
            </a:tbl>
          </a:graphicData>
        </a:graphic>
      </p:graphicFrame>
      <p:pic>
        <p:nvPicPr>
          <p:cNvPr id="368" name="Google Shape;368;p28"/>
          <p:cNvPicPr preferRelativeResize="0"/>
          <p:nvPr/>
        </p:nvPicPr>
        <p:blipFill rotWithShape="1">
          <a:blip r:embed="rId3">
            <a:alphaModFix/>
          </a:blip>
          <a:srcRect b="0" l="0" r="0" t="0"/>
          <a:stretch/>
        </p:blipFill>
        <p:spPr>
          <a:xfrm>
            <a:off x="8951976" y="546925"/>
            <a:ext cx="2312098" cy="2312098"/>
          </a:xfrm>
          <a:prstGeom prst="rect">
            <a:avLst/>
          </a:prstGeom>
          <a:noFill/>
          <a:ln>
            <a:noFill/>
          </a:ln>
        </p:spPr>
      </p:pic>
      <p:sp>
        <p:nvSpPr>
          <p:cNvPr id="369" name="Google Shape;369;p28"/>
          <p:cNvSpPr txBox="1"/>
          <p:nvPr/>
        </p:nvSpPr>
        <p:spPr>
          <a:xfrm>
            <a:off x="9334404" y="3000109"/>
            <a:ext cx="1858139" cy="42889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chemeClr val="accent4"/>
              </a:buClr>
              <a:buSzPts val="1600"/>
              <a:buFont typeface="Arial"/>
              <a:buNone/>
            </a:pPr>
            <a:r>
              <a:rPr lang="en-US" sz="1600" cap="none">
                <a:solidFill>
                  <a:schemeClr val="accent4"/>
                </a:solidFill>
                <a:latin typeface="Arial"/>
                <a:ea typeface="Arial"/>
                <a:cs typeface="Arial"/>
                <a:sym typeface="Arial"/>
              </a:rPr>
              <a:t>WHOOP 4.0</a:t>
            </a:r>
            <a:endParaRPr/>
          </a:p>
        </p:txBody>
      </p:sp>
      <p:pic>
        <p:nvPicPr>
          <p:cNvPr id="370" name="Google Shape;370;p28"/>
          <p:cNvPicPr preferRelativeResize="0"/>
          <p:nvPr/>
        </p:nvPicPr>
        <p:blipFill rotWithShape="1">
          <a:blip r:embed="rId4">
            <a:alphaModFix/>
          </a:blip>
          <a:srcRect b="0" l="0" r="0" t="0"/>
          <a:stretch/>
        </p:blipFill>
        <p:spPr>
          <a:xfrm>
            <a:off x="8951976" y="3678146"/>
            <a:ext cx="2312098" cy="2221230"/>
          </a:xfrm>
          <a:prstGeom prst="rect">
            <a:avLst/>
          </a:prstGeom>
          <a:noFill/>
          <a:ln>
            <a:noFill/>
          </a:ln>
        </p:spPr>
      </p:pic>
      <p:sp>
        <p:nvSpPr>
          <p:cNvPr id="371" name="Google Shape;371;p28"/>
          <p:cNvSpPr txBox="1"/>
          <p:nvPr/>
        </p:nvSpPr>
        <p:spPr>
          <a:xfrm>
            <a:off x="9178955" y="5934076"/>
            <a:ext cx="1858139" cy="42889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chemeClr val="accent4"/>
              </a:buClr>
              <a:buSzPts val="1600"/>
              <a:buFont typeface="Arial"/>
              <a:buNone/>
            </a:pPr>
            <a:r>
              <a:rPr lang="en-US" sz="1600" cap="none">
                <a:solidFill>
                  <a:schemeClr val="accent4"/>
                </a:solidFill>
                <a:latin typeface="Arial"/>
                <a:ea typeface="Arial"/>
                <a:cs typeface="Arial"/>
                <a:sym typeface="Arial"/>
              </a:rPr>
              <a:t>APPLE WATCH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txBox="1"/>
          <p:nvPr>
            <p:ph type="title"/>
          </p:nvPr>
        </p:nvSpPr>
        <p:spPr>
          <a:xfrm>
            <a:off x="724203" y="671807"/>
            <a:ext cx="10629597" cy="645807"/>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4000"/>
              <a:buFont typeface="Arial"/>
              <a:buNone/>
            </a:pPr>
            <a:r>
              <a:rPr lang="en-US"/>
              <a:t>COMPETITION</a:t>
            </a:r>
            <a:endParaRPr/>
          </a:p>
        </p:txBody>
      </p:sp>
      <p:sp>
        <p:nvSpPr>
          <p:cNvPr id="377" name="Google Shape;377;p29"/>
          <p:cNvSpPr txBox="1"/>
          <p:nvPr>
            <p:ph idx="1" type="body"/>
          </p:nvPr>
        </p:nvSpPr>
        <p:spPr>
          <a:xfrm>
            <a:off x="5278036" y="1767731"/>
            <a:ext cx="1706966" cy="42639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7F7F7F"/>
              </a:buClr>
              <a:buSzPts val="1400"/>
              <a:buNone/>
            </a:pPr>
            <a:r>
              <a:rPr lang="en-US"/>
              <a:t>CONVENIENT​</a:t>
            </a:r>
            <a:endParaRPr/>
          </a:p>
        </p:txBody>
      </p:sp>
      <p:sp>
        <p:nvSpPr>
          <p:cNvPr id="378" name="Google Shape;378;p29"/>
          <p:cNvSpPr/>
          <p:nvPr/>
        </p:nvSpPr>
        <p:spPr>
          <a:xfrm>
            <a:off x="3929186" y="2866045"/>
            <a:ext cx="1740094" cy="463831"/>
          </a:xfrm>
          <a:prstGeom prst="rect">
            <a:avLst/>
          </a:prstGeom>
          <a:solidFill>
            <a:srgbClr val="277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29"/>
          <p:cNvSpPr txBox="1"/>
          <p:nvPr>
            <p:ph idx="13" type="body"/>
          </p:nvPr>
        </p:nvSpPr>
        <p:spPr>
          <a:xfrm>
            <a:off x="3696547" y="2870279"/>
            <a:ext cx="1972733" cy="463831"/>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1400"/>
              <a:buNone/>
            </a:pPr>
            <a:r>
              <a:rPr lang="en-US"/>
              <a:t>WHOOP 4.0</a:t>
            </a:r>
            <a:endParaRPr/>
          </a:p>
        </p:txBody>
      </p:sp>
      <p:sp>
        <p:nvSpPr>
          <p:cNvPr id="380" name="Google Shape;380;p29"/>
          <p:cNvSpPr/>
          <p:nvPr/>
        </p:nvSpPr>
        <p:spPr>
          <a:xfrm>
            <a:off x="6797547" y="2529300"/>
            <a:ext cx="2305304" cy="79281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29"/>
          <p:cNvSpPr txBox="1"/>
          <p:nvPr>
            <p:ph idx="5" type="body"/>
          </p:nvPr>
        </p:nvSpPr>
        <p:spPr>
          <a:xfrm>
            <a:off x="6797547" y="2739447"/>
            <a:ext cx="2305304" cy="426393"/>
          </a:xfrm>
          <a:prstGeom prst="rect">
            <a:avLst/>
          </a:prstGeom>
          <a:noFill/>
          <a:ln>
            <a:noFill/>
          </a:ln>
        </p:spPr>
        <p:txBody>
          <a:bodyPr anchorCtr="0" anchor="ctr" bIns="45700" lIns="91425" spcFirstLastPara="1" rIns="91425" wrap="square" tIns="45700">
            <a:normAutofit fontScale="92500"/>
          </a:bodyPr>
          <a:lstStyle/>
          <a:p>
            <a:pPr indent="0" lvl="0" marL="0" rtl="0" algn="ctr">
              <a:lnSpc>
                <a:spcPct val="80000"/>
              </a:lnSpc>
              <a:spcBef>
                <a:spcPts val="0"/>
              </a:spcBef>
              <a:spcAft>
                <a:spcPts val="0"/>
              </a:spcAft>
              <a:buClr>
                <a:schemeClr val="lt1"/>
              </a:buClr>
              <a:buSzPct val="100000"/>
              <a:buNone/>
            </a:pPr>
            <a:r>
              <a:rPr lang="en-US"/>
              <a:t>EDGE BP AFRICA</a:t>
            </a:r>
            <a:endParaRPr/>
          </a:p>
        </p:txBody>
      </p:sp>
      <p:sp>
        <p:nvSpPr>
          <p:cNvPr id="382" name="Google Shape;382;p29"/>
          <p:cNvSpPr txBox="1"/>
          <p:nvPr>
            <p:ph idx="3" type="body"/>
          </p:nvPr>
        </p:nvSpPr>
        <p:spPr>
          <a:xfrm>
            <a:off x="838200" y="3792884"/>
            <a:ext cx="1706966" cy="426393"/>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7F7F7F"/>
              </a:buClr>
              <a:buSzPts val="1400"/>
              <a:buNone/>
            </a:pPr>
            <a:r>
              <a:rPr lang="en-US"/>
              <a:t>EXPENSIVE</a:t>
            </a:r>
            <a:endParaRPr/>
          </a:p>
        </p:txBody>
      </p:sp>
      <p:sp>
        <p:nvSpPr>
          <p:cNvPr id="383" name="Google Shape;383;p29"/>
          <p:cNvSpPr txBox="1"/>
          <p:nvPr>
            <p:ph idx="4" type="body"/>
          </p:nvPr>
        </p:nvSpPr>
        <p:spPr>
          <a:xfrm>
            <a:off x="9646834" y="3792884"/>
            <a:ext cx="1706966" cy="4263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F7F7F"/>
              </a:buClr>
              <a:buSzPts val="1400"/>
              <a:buNone/>
            </a:pPr>
            <a:r>
              <a:rPr lang="en-US"/>
              <a:t>AFFORDABLE</a:t>
            </a:r>
            <a:endParaRPr/>
          </a:p>
        </p:txBody>
      </p:sp>
      <p:sp>
        <p:nvSpPr>
          <p:cNvPr id="384" name="Google Shape;384;p29"/>
          <p:cNvSpPr txBox="1"/>
          <p:nvPr>
            <p:ph idx="8" type="body"/>
          </p:nvPr>
        </p:nvSpPr>
        <p:spPr>
          <a:xfrm>
            <a:off x="6528224" y="4328700"/>
            <a:ext cx="913553" cy="42639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1400"/>
              <a:buNone/>
            </a:pPr>
            <a:r>
              <a:rPr lang="en-US"/>
              <a:t>D</a:t>
            </a:r>
            <a:endParaRPr/>
          </a:p>
        </p:txBody>
      </p:sp>
      <p:sp>
        <p:nvSpPr>
          <p:cNvPr id="385" name="Google Shape;385;p29"/>
          <p:cNvSpPr/>
          <p:nvPr/>
        </p:nvSpPr>
        <p:spPr>
          <a:xfrm>
            <a:off x="2545166" y="4662267"/>
            <a:ext cx="1972732" cy="449013"/>
          </a:xfrm>
          <a:prstGeom prst="rect">
            <a:avLst/>
          </a:prstGeom>
          <a:solidFill>
            <a:srgbClr val="0159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6" name="Google Shape;386;p29"/>
          <p:cNvSpPr txBox="1"/>
          <p:nvPr>
            <p:ph idx="7" type="body"/>
          </p:nvPr>
        </p:nvSpPr>
        <p:spPr>
          <a:xfrm>
            <a:off x="2545166" y="4673578"/>
            <a:ext cx="2090465" cy="42639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1400"/>
              <a:buNone/>
            </a:pPr>
            <a:r>
              <a:rPr lang="en-US"/>
              <a:t>APPLE WATCH</a:t>
            </a:r>
            <a:endParaRPr/>
          </a:p>
        </p:txBody>
      </p:sp>
      <p:sp>
        <p:nvSpPr>
          <p:cNvPr id="387" name="Google Shape;387;p29"/>
          <p:cNvSpPr txBox="1"/>
          <p:nvPr>
            <p:ph idx="9" type="body"/>
          </p:nvPr>
        </p:nvSpPr>
        <p:spPr>
          <a:xfrm>
            <a:off x="8464942" y="4956195"/>
            <a:ext cx="913553" cy="42639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1400"/>
              <a:buNone/>
            </a:pPr>
            <a:r>
              <a:rPr lang="en-US"/>
              <a:t>E</a:t>
            </a:r>
            <a:endParaRPr/>
          </a:p>
        </p:txBody>
      </p:sp>
      <p:sp>
        <p:nvSpPr>
          <p:cNvPr id="388" name="Google Shape;388;p29"/>
          <p:cNvSpPr txBox="1"/>
          <p:nvPr>
            <p:ph idx="2" type="body"/>
          </p:nvPr>
        </p:nvSpPr>
        <p:spPr>
          <a:xfrm>
            <a:off x="5278035" y="5683895"/>
            <a:ext cx="1706966" cy="42639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F7F7F"/>
              </a:buClr>
              <a:buSzPts val="1400"/>
              <a:buNone/>
            </a:pPr>
            <a:r>
              <a:rPr lang="en-US"/>
              <a:t>INCONVENIENT​</a:t>
            </a:r>
            <a:endParaRPr/>
          </a:p>
        </p:txBody>
      </p:sp>
      <p:sp>
        <p:nvSpPr>
          <p:cNvPr id="389" name="Google Shape;389;p29"/>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0"/>
          <p:cNvSpPr txBox="1"/>
          <p:nvPr>
            <p:ph type="title"/>
          </p:nvPr>
        </p:nvSpPr>
        <p:spPr>
          <a:xfrm>
            <a:off x="827900" y="671808"/>
            <a:ext cx="7026796" cy="639192"/>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4000"/>
              <a:buFont typeface="Arial"/>
              <a:buNone/>
            </a:pPr>
            <a:r>
              <a:rPr lang="en-US"/>
              <a:t>FINANCIAL FEASIBILITY </a:t>
            </a:r>
            <a:endParaRPr/>
          </a:p>
        </p:txBody>
      </p:sp>
      <p:sp>
        <p:nvSpPr>
          <p:cNvPr id="395" name="Google Shape;395;p30"/>
          <p:cNvSpPr txBox="1"/>
          <p:nvPr>
            <p:ph idx="1" type="body"/>
          </p:nvPr>
        </p:nvSpPr>
        <p:spPr>
          <a:xfrm>
            <a:off x="827900" y="1172060"/>
            <a:ext cx="5829300" cy="537864"/>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0"/>
              </a:spcBef>
              <a:spcAft>
                <a:spcPts val="0"/>
              </a:spcAft>
              <a:buClr>
                <a:schemeClr val="dk1"/>
              </a:buClr>
              <a:buSzPts val="2000"/>
              <a:buNone/>
            </a:pPr>
            <a:r>
              <a:rPr lang="en-US"/>
              <a:t>Forecasting for success​</a:t>
            </a:r>
            <a:endParaRPr/>
          </a:p>
        </p:txBody>
      </p:sp>
      <p:sp>
        <p:nvSpPr>
          <p:cNvPr id="396" name="Google Shape;396;p30"/>
          <p:cNvSpPr txBox="1"/>
          <p:nvPr>
            <p:ph idx="3" type="body"/>
          </p:nvPr>
        </p:nvSpPr>
        <p:spPr>
          <a:xfrm>
            <a:off x="910838" y="2172381"/>
            <a:ext cx="5007023" cy="448769"/>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2"/>
              </a:buClr>
              <a:buSzPts val="1800"/>
              <a:buNone/>
            </a:pPr>
            <a:r>
              <a:rPr lang="en-US"/>
              <a:t>Metrics</a:t>
            </a:r>
            <a:endParaRPr/>
          </a:p>
        </p:txBody>
      </p:sp>
      <p:graphicFrame>
        <p:nvGraphicFramePr>
          <p:cNvPr id="397" name="Google Shape;397;p30"/>
          <p:cNvGraphicFramePr/>
          <p:nvPr/>
        </p:nvGraphicFramePr>
        <p:xfrm>
          <a:off x="906462" y="2747963"/>
          <a:ext cx="3000000" cy="3000000"/>
        </p:xfrm>
        <a:graphic>
          <a:graphicData uri="http://schemas.openxmlformats.org/drawingml/2006/table">
            <a:tbl>
              <a:tblPr bandRow="1" firstRow="1">
                <a:noFill/>
                <a:tableStyleId>{2C8B9054-77D7-45EF-9AC5-420E18724AAB}</a:tableStyleId>
              </a:tblPr>
              <a:tblGrid>
                <a:gridCol w="1081250"/>
                <a:gridCol w="1381400"/>
                <a:gridCol w="1422075"/>
                <a:gridCol w="1490725"/>
              </a:tblGrid>
              <a:tr h="726925">
                <a:tc>
                  <a:txBody>
                    <a:bodyPr/>
                    <a:lstStyle/>
                    <a:p>
                      <a:pPr indent="0" lvl="0" marL="0" marR="0" rtl="0" algn="r">
                        <a:spcBef>
                          <a:spcPts val="0"/>
                        </a:spcBef>
                        <a:spcAft>
                          <a:spcPts val="0"/>
                        </a:spcAft>
                        <a:buNone/>
                      </a:pPr>
                      <a:r>
                        <a:t/>
                      </a:r>
                      <a:endParaRPr b="1" sz="1200" u="none" cap="none" strike="noStrike">
                        <a:solidFill>
                          <a:schemeClr val="accent6"/>
                        </a:solidFill>
                        <a:latin typeface="Arial"/>
                        <a:ea typeface="Arial"/>
                        <a:cs typeface="Arial"/>
                        <a:sym typeface="Arial"/>
                      </a:endParaRPr>
                    </a:p>
                  </a:txBody>
                  <a:tcPr marT="39400" marB="39400" marR="78775" marL="78775" anchor="ctr"/>
                </a:tc>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CLIENTS</a:t>
                      </a:r>
                      <a:endParaRPr/>
                    </a:p>
                  </a:txBody>
                  <a:tcPr marT="39400" marB="39400" marR="78775" marL="78775" anchor="ctr"/>
                </a:tc>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GROSS AVENUE</a:t>
                      </a:r>
                      <a:endParaRPr/>
                    </a:p>
                  </a:txBody>
                  <a:tcPr marT="39400" marB="39400" marR="78775" marL="78775" anchor="ctr"/>
                </a:tc>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NET REVENUE</a:t>
                      </a:r>
                      <a:endParaRPr/>
                    </a:p>
                  </a:txBody>
                  <a:tcPr marT="39400" marB="39400" marR="78775" marL="78775" anchor="ctr"/>
                </a:tc>
              </a:tr>
              <a:tr h="638850">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2026</a:t>
                      </a:r>
                      <a:endParaRPr b="1" i="0" sz="1200" u="none" cap="none" strike="noStrike">
                        <a:solidFill>
                          <a:srgbClr val="323F4F"/>
                        </a:solidFill>
                        <a:latin typeface="Arial"/>
                        <a:ea typeface="Arial"/>
                        <a:cs typeface="Arial"/>
                        <a:sym typeface="Arial"/>
                      </a:endParaRPr>
                    </a:p>
                  </a:txBody>
                  <a:tcPr marT="39400" marB="39400" marR="78775" marL="78775" anchor="ctr"/>
                </a:tc>
                <a:tc>
                  <a:txBody>
                    <a:bodyPr/>
                    <a:lstStyle/>
                    <a:p>
                      <a:pPr indent="0" lvl="0" marL="0" marR="0" rtl="0" algn="ctr">
                        <a:spcBef>
                          <a:spcPts val="0"/>
                        </a:spcBef>
                        <a:spcAft>
                          <a:spcPts val="0"/>
                        </a:spcAft>
                        <a:buNone/>
                      </a:pPr>
                      <a:r>
                        <a:rPr b="0" i="0" lang="en-US" sz="1200" u="none" cap="none" strike="noStrike">
                          <a:solidFill>
                            <a:srgbClr val="2F4139"/>
                          </a:solidFill>
                          <a:latin typeface="Arial"/>
                          <a:ea typeface="Arial"/>
                          <a:cs typeface="Arial"/>
                          <a:sym typeface="Arial"/>
                        </a:rPr>
                        <a:t>8</a:t>
                      </a:r>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$10,000​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$7,000​</a:t>
                      </a:r>
                      <a:endParaRPr b="0" i="0" sz="1200" u="none" cap="none" strike="noStrike">
                        <a:solidFill>
                          <a:srgbClr val="2F4139"/>
                        </a:solidFill>
                        <a:latin typeface="Arial"/>
                        <a:ea typeface="Arial"/>
                        <a:cs typeface="Arial"/>
                        <a:sym typeface="Arial"/>
                      </a:endParaRPr>
                    </a:p>
                  </a:txBody>
                  <a:tcPr marT="45725" marB="45725" marR="91450" marL="91450" anchor="ctr"/>
                </a:tc>
              </a:tr>
              <a:tr h="638850">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2027​</a:t>
                      </a:r>
                      <a:endParaRPr b="1" i="0" sz="1200" u="none" cap="none" strike="noStrike">
                        <a:solidFill>
                          <a:srgbClr val="323F4F"/>
                        </a:solidFill>
                        <a:latin typeface="Arial"/>
                        <a:ea typeface="Arial"/>
                        <a:cs typeface="Arial"/>
                        <a:sym typeface="Arial"/>
                      </a:endParaRPr>
                    </a:p>
                  </a:txBody>
                  <a:tcPr marT="39400" marB="39400" marR="78775" marL="78775"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20​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$20,000​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$16,000​</a:t>
                      </a:r>
                      <a:endParaRPr b="0" i="0" sz="1200" u="none" cap="none" strike="noStrike">
                        <a:solidFill>
                          <a:srgbClr val="2F4139"/>
                        </a:solidFill>
                        <a:latin typeface="Arial"/>
                        <a:ea typeface="Arial"/>
                        <a:cs typeface="Arial"/>
                        <a:sym typeface="Arial"/>
                      </a:endParaRPr>
                    </a:p>
                  </a:txBody>
                  <a:tcPr marT="45725" marB="45725" marR="91450" marL="91450" anchor="ctr"/>
                </a:tc>
              </a:tr>
              <a:tr h="638850">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2028​</a:t>
                      </a:r>
                      <a:endParaRPr b="1" i="0" sz="1200" u="none" cap="none" strike="noStrike">
                        <a:solidFill>
                          <a:srgbClr val="323F4F"/>
                        </a:solidFill>
                        <a:latin typeface="Arial"/>
                        <a:ea typeface="Arial"/>
                        <a:cs typeface="Arial"/>
                        <a:sym typeface="Arial"/>
                      </a:endParaRPr>
                    </a:p>
                  </a:txBody>
                  <a:tcPr marT="39400" marB="39400" marR="78775" marL="78775"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30​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$30,000​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$25,000​</a:t>
                      </a:r>
                      <a:endParaRPr b="0" i="0" sz="1200" u="none" cap="none" strike="noStrike">
                        <a:solidFill>
                          <a:srgbClr val="2F4139"/>
                        </a:solidFill>
                        <a:latin typeface="Arial"/>
                        <a:ea typeface="Arial"/>
                        <a:cs typeface="Arial"/>
                        <a:sym typeface="Arial"/>
                      </a:endParaRPr>
                    </a:p>
                  </a:txBody>
                  <a:tcPr marT="45725" marB="45725" marR="91450" marL="91450" anchor="ctr"/>
                </a:tc>
              </a:tr>
              <a:tr h="638850">
                <a:tc>
                  <a:txBody>
                    <a:bodyPr/>
                    <a:lstStyle/>
                    <a:p>
                      <a:pPr indent="0" lvl="0" marL="0" marR="0" rtl="0" algn="ctr">
                        <a:spcBef>
                          <a:spcPts val="0"/>
                        </a:spcBef>
                        <a:spcAft>
                          <a:spcPts val="0"/>
                        </a:spcAft>
                        <a:buNone/>
                      </a:pPr>
                      <a:r>
                        <a:rPr b="1" lang="en-US" sz="1200" u="none" cap="none" strike="noStrike">
                          <a:solidFill>
                            <a:srgbClr val="323F4F"/>
                          </a:solidFill>
                          <a:latin typeface="Arial"/>
                          <a:ea typeface="Arial"/>
                          <a:cs typeface="Arial"/>
                          <a:sym typeface="Arial"/>
                        </a:rPr>
                        <a:t>2029​</a:t>
                      </a:r>
                      <a:endParaRPr b="1" i="0" sz="1200" u="none" cap="none" strike="noStrike">
                        <a:solidFill>
                          <a:srgbClr val="323F4F"/>
                        </a:solidFill>
                        <a:latin typeface="Arial"/>
                        <a:ea typeface="Arial"/>
                        <a:cs typeface="Arial"/>
                        <a:sym typeface="Arial"/>
                      </a:endParaRPr>
                    </a:p>
                  </a:txBody>
                  <a:tcPr marT="39400" marB="39400" marR="78775" marL="78775"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40​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$40,000​</a:t>
                      </a:r>
                      <a:endParaRPr b="0" i="0" sz="1200" u="none" cap="none" strike="noStrike">
                        <a:solidFill>
                          <a:srgbClr val="2F4139"/>
                        </a:solidFill>
                        <a:latin typeface="Arial"/>
                        <a:ea typeface="Arial"/>
                        <a:cs typeface="Arial"/>
                        <a:sym typeface="Arial"/>
                      </a:endParaRPr>
                    </a:p>
                  </a:txBody>
                  <a:tcPr marT="45725" marB="45725" marR="91450" marL="91450" anchor="ctr"/>
                </a:tc>
                <a:tc>
                  <a:txBody>
                    <a:bodyPr/>
                    <a:lstStyle/>
                    <a:p>
                      <a:pPr indent="0" lvl="0" marL="0" marR="0" rtl="0" algn="ctr">
                        <a:spcBef>
                          <a:spcPts val="0"/>
                        </a:spcBef>
                        <a:spcAft>
                          <a:spcPts val="0"/>
                        </a:spcAft>
                        <a:buNone/>
                      </a:pPr>
                      <a:r>
                        <a:rPr b="0" lang="en-US" sz="1200" u="none" cap="none" strike="noStrike">
                          <a:solidFill>
                            <a:srgbClr val="2F4139"/>
                          </a:solidFill>
                          <a:latin typeface="Arial"/>
                          <a:ea typeface="Arial"/>
                          <a:cs typeface="Arial"/>
                          <a:sym typeface="Arial"/>
                        </a:rPr>
                        <a:t>$30,000​</a:t>
                      </a:r>
                      <a:endParaRPr b="0" i="0" sz="1200" u="none" cap="none" strike="noStrike">
                        <a:solidFill>
                          <a:srgbClr val="2F4139"/>
                        </a:solidFill>
                        <a:latin typeface="Arial"/>
                        <a:ea typeface="Arial"/>
                        <a:cs typeface="Arial"/>
                        <a:sym typeface="Arial"/>
                      </a:endParaRPr>
                    </a:p>
                  </a:txBody>
                  <a:tcPr marT="45725" marB="45725" marR="91450" marL="91450" anchor="ctr"/>
                </a:tc>
              </a:tr>
            </a:tbl>
          </a:graphicData>
        </a:graphic>
      </p:graphicFrame>
      <p:sp>
        <p:nvSpPr>
          <p:cNvPr id="398" name="Google Shape;398;p30"/>
          <p:cNvSpPr txBox="1"/>
          <p:nvPr>
            <p:ph idx="2" type="body"/>
          </p:nvPr>
        </p:nvSpPr>
        <p:spPr>
          <a:xfrm>
            <a:off x="6785497" y="2172381"/>
            <a:ext cx="4487220" cy="448769"/>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2"/>
              </a:buClr>
              <a:buSzPts val="1800"/>
              <a:buNone/>
            </a:pPr>
            <a:r>
              <a:rPr lang="en-US"/>
              <a:t>Revenue by year</a:t>
            </a:r>
            <a:endParaRPr/>
          </a:p>
        </p:txBody>
      </p:sp>
      <p:pic>
        <p:nvPicPr>
          <p:cNvPr descr="Bar chart" id="399" name="Google Shape;399;p30"/>
          <p:cNvPicPr preferRelativeResize="0"/>
          <p:nvPr/>
        </p:nvPicPr>
        <p:blipFill rotWithShape="1">
          <a:blip r:embed="rId3">
            <a:alphaModFix/>
          </a:blip>
          <a:srcRect b="0" l="0" r="0" t="0"/>
          <a:stretch/>
        </p:blipFill>
        <p:spPr>
          <a:xfrm>
            <a:off x="6784975" y="2747963"/>
            <a:ext cx="4500563" cy="3033077"/>
          </a:xfrm>
          <a:prstGeom prst="rect">
            <a:avLst/>
          </a:prstGeom>
          <a:noFill/>
          <a:ln>
            <a:noFill/>
          </a:ln>
        </p:spPr>
      </p:pic>
      <p:sp>
        <p:nvSpPr>
          <p:cNvPr id="400" name="Google Shape;400;p30"/>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1"/>
          <p:cNvSpPr txBox="1"/>
          <p:nvPr>
            <p:ph type="title"/>
          </p:nvPr>
        </p:nvSpPr>
        <p:spPr>
          <a:xfrm>
            <a:off x="5827694" y="658420"/>
            <a:ext cx="5456002" cy="665965"/>
          </a:xfrm>
          <a:prstGeom prst="rect">
            <a:avLst/>
          </a:prstGeom>
          <a:noFill/>
          <a:ln>
            <a:noFill/>
          </a:ln>
        </p:spPr>
        <p:txBody>
          <a:bodyPr anchorCtr="0" anchor="ctr" bIns="45700" lIns="91425" spcFirstLastPara="1" rIns="91425" wrap="square" tIns="45700">
            <a:noAutofit/>
          </a:bodyPr>
          <a:lstStyle/>
          <a:p>
            <a:pPr indent="0" lvl="0" marL="0" rtl="0" algn="r">
              <a:lnSpc>
                <a:spcPct val="80000"/>
              </a:lnSpc>
              <a:spcBef>
                <a:spcPts val="0"/>
              </a:spcBef>
              <a:spcAft>
                <a:spcPts val="0"/>
              </a:spcAft>
              <a:buSzPts val="4000"/>
              <a:buFont typeface="Arial"/>
              <a:buNone/>
            </a:pPr>
            <a:r>
              <a:rPr lang="en-US"/>
              <a:t>FUNDING SOURCES</a:t>
            </a:r>
            <a:endParaRPr/>
          </a:p>
        </p:txBody>
      </p:sp>
      <p:sp>
        <p:nvSpPr>
          <p:cNvPr id="406" name="Google Shape;406;p31"/>
          <p:cNvSpPr txBox="1"/>
          <p:nvPr>
            <p:ph idx="1" type="body"/>
          </p:nvPr>
        </p:nvSpPr>
        <p:spPr>
          <a:xfrm rot="-5400000">
            <a:off x="-543943" y="2605644"/>
            <a:ext cx="2387816" cy="448769"/>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chemeClr val="accent1"/>
              </a:buClr>
              <a:buSzPts val="2400"/>
              <a:buNone/>
            </a:pPr>
            <a:r>
              <a:rPr lang="en-US"/>
              <a:t>$12,000</a:t>
            </a:r>
            <a:endParaRPr/>
          </a:p>
        </p:txBody>
      </p:sp>
      <p:pic>
        <p:nvPicPr>
          <p:cNvPr descr="Chart" id="407" name="Google Shape;407;p31"/>
          <p:cNvPicPr preferRelativeResize="0"/>
          <p:nvPr/>
        </p:nvPicPr>
        <p:blipFill rotWithShape="1">
          <a:blip r:embed="rId3">
            <a:alphaModFix/>
          </a:blip>
          <a:srcRect b="0" l="0" r="0" t="0"/>
          <a:stretch/>
        </p:blipFill>
        <p:spPr>
          <a:xfrm>
            <a:off x="502512" y="946392"/>
            <a:ext cx="1357883" cy="3112798"/>
          </a:xfrm>
          <a:prstGeom prst="rect">
            <a:avLst/>
          </a:prstGeom>
          <a:noFill/>
          <a:ln>
            <a:noFill/>
          </a:ln>
        </p:spPr>
      </p:pic>
      <p:sp>
        <p:nvSpPr>
          <p:cNvPr id="408" name="Google Shape;408;p31"/>
          <p:cNvSpPr txBox="1"/>
          <p:nvPr>
            <p:ph idx="6" type="body"/>
          </p:nvPr>
        </p:nvSpPr>
        <p:spPr>
          <a:xfrm>
            <a:off x="175243" y="4303264"/>
            <a:ext cx="2449286" cy="393754"/>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accent1"/>
              </a:buClr>
              <a:buSzPts val="1600"/>
              <a:buNone/>
            </a:pPr>
            <a:r>
              <a:rPr lang="en-US"/>
              <a:t>SELF FUNDING​</a:t>
            </a:r>
            <a:endParaRPr/>
          </a:p>
        </p:txBody>
      </p:sp>
      <p:sp>
        <p:nvSpPr>
          <p:cNvPr id="409" name="Google Shape;409;p31"/>
          <p:cNvSpPr txBox="1"/>
          <p:nvPr>
            <p:ph idx="5" type="body"/>
          </p:nvPr>
        </p:nvSpPr>
        <p:spPr>
          <a:xfrm>
            <a:off x="175243" y="4720302"/>
            <a:ext cx="2449286" cy="1003155"/>
          </a:xfrm>
          <a:prstGeom prst="rect">
            <a:avLst/>
          </a:prstGeom>
          <a:noFill/>
          <a:ln>
            <a:noFill/>
          </a:ln>
        </p:spPr>
        <p:txBody>
          <a:bodyPr anchorCtr="0" anchor="t" bIns="45700" lIns="91425" spcFirstLastPara="1" rIns="91425" wrap="square" tIns="45700">
            <a:noAutofit/>
          </a:bodyPr>
          <a:lstStyle/>
          <a:p>
            <a:pPr indent="0" lvl="0" marL="0" rtl="0" algn="ctr">
              <a:lnSpc>
                <a:spcPct val="125000"/>
              </a:lnSpc>
              <a:spcBef>
                <a:spcPts val="0"/>
              </a:spcBef>
              <a:spcAft>
                <a:spcPts val="0"/>
              </a:spcAft>
              <a:buClr>
                <a:schemeClr val="dk1"/>
              </a:buClr>
              <a:buSzPts val="1400"/>
              <a:buNone/>
            </a:pPr>
            <a:r>
              <a:rPr lang="en-US"/>
              <a:t>​ Based on the Target market capable of affording the device</a:t>
            </a:r>
            <a:endParaRPr/>
          </a:p>
          <a:p>
            <a:pPr indent="0" lvl="0" marL="0" rtl="0" algn="ctr">
              <a:lnSpc>
                <a:spcPct val="125000"/>
              </a:lnSpc>
              <a:spcBef>
                <a:spcPts val="0"/>
              </a:spcBef>
              <a:spcAft>
                <a:spcPts val="0"/>
              </a:spcAft>
              <a:buClr>
                <a:schemeClr val="dk1"/>
              </a:buClr>
              <a:buSzPts val="1400"/>
              <a:buNone/>
            </a:pPr>
            <a:r>
              <a:t/>
            </a:r>
            <a:endParaRPr/>
          </a:p>
        </p:txBody>
      </p:sp>
      <p:sp>
        <p:nvSpPr>
          <p:cNvPr id="410" name="Google Shape;410;p31"/>
          <p:cNvSpPr txBox="1"/>
          <p:nvPr>
            <p:ph idx="2" type="body"/>
          </p:nvPr>
        </p:nvSpPr>
        <p:spPr>
          <a:xfrm rot="-5400000">
            <a:off x="2120246" y="2605644"/>
            <a:ext cx="2387816" cy="448769"/>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chemeClr val="accent1"/>
              </a:buClr>
              <a:buSzPts val="2400"/>
              <a:buNone/>
            </a:pPr>
            <a:r>
              <a:rPr lang="en-US"/>
              <a:t>$20,000</a:t>
            </a:r>
            <a:endParaRPr/>
          </a:p>
        </p:txBody>
      </p:sp>
      <p:pic>
        <p:nvPicPr>
          <p:cNvPr descr="Chart" id="411" name="Google Shape;411;p31"/>
          <p:cNvPicPr preferRelativeResize="0"/>
          <p:nvPr/>
        </p:nvPicPr>
        <p:blipFill rotWithShape="1">
          <a:blip r:embed="rId4">
            <a:alphaModFix/>
          </a:blip>
          <a:srcRect b="0" l="0" r="0" t="0"/>
          <a:stretch/>
        </p:blipFill>
        <p:spPr>
          <a:xfrm>
            <a:off x="3154195" y="996928"/>
            <a:ext cx="1357883" cy="3112798"/>
          </a:xfrm>
          <a:prstGeom prst="rect">
            <a:avLst/>
          </a:prstGeom>
          <a:noFill/>
          <a:ln>
            <a:noFill/>
          </a:ln>
        </p:spPr>
      </p:pic>
      <p:sp>
        <p:nvSpPr>
          <p:cNvPr id="412" name="Google Shape;412;p31"/>
          <p:cNvSpPr txBox="1"/>
          <p:nvPr>
            <p:ph idx="8" type="body"/>
          </p:nvPr>
        </p:nvSpPr>
        <p:spPr>
          <a:xfrm>
            <a:off x="2624529" y="4076654"/>
            <a:ext cx="2449286" cy="639192"/>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1"/>
              </a:buClr>
              <a:buSzPts val="1600"/>
              <a:buNone/>
            </a:pPr>
            <a:r>
              <a:rPr lang="en-US"/>
              <a:t>INVESTMENTS​</a:t>
            </a:r>
            <a:endParaRPr/>
          </a:p>
        </p:txBody>
      </p:sp>
      <p:sp>
        <p:nvSpPr>
          <p:cNvPr id="413" name="Google Shape;413;p31"/>
          <p:cNvSpPr txBox="1"/>
          <p:nvPr>
            <p:ph idx="7" type="body"/>
          </p:nvPr>
        </p:nvSpPr>
        <p:spPr>
          <a:xfrm>
            <a:off x="2624529" y="4697018"/>
            <a:ext cx="2449286" cy="1003155"/>
          </a:xfrm>
          <a:prstGeom prst="rect">
            <a:avLst/>
          </a:prstGeom>
          <a:noFill/>
          <a:ln>
            <a:noFill/>
          </a:ln>
        </p:spPr>
        <p:txBody>
          <a:bodyPr anchorCtr="0" anchor="t" bIns="45700" lIns="91425" spcFirstLastPara="1" rIns="91425" wrap="square" tIns="45700">
            <a:noAutofit/>
          </a:bodyPr>
          <a:lstStyle/>
          <a:p>
            <a:pPr indent="0" lvl="0" marL="0" rtl="0" algn="ctr">
              <a:lnSpc>
                <a:spcPct val="125000"/>
              </a:lnSpc>
              <a:spcBef>
                <a:spcPts val="0"/>
              </a:spcBef>
              <a:spcAft>
                <a:spcPts val="0"/>
              </a:spcAft>
              <a:buClr>
                <a:schemeClr val="dk1"/>
              </a:buClr>
              <a:buSzPts val="1400"/>
              <a:buNone/>
            </a:pPr>
            <a:r>
              <a:rPr lang="en-US"/>
              <a:t>Amount obtained through other investors​</a:t>
            </a:r>
            <a:endParaRPr/>
          </a:p>
        </p:txBody>
      </p:sp>
      <p:sp>
        <p:nvSpPr>
          <p:cNvPr id="414" name="Google Shape;414;p31"/>
          <p:cNvSpPr txBox="1"/>
          <p:nvPr>
            <p:ph idx="3" type="body"/>
          </p:nvPr>
        </p:nvSpPr>
        <p:spPr>
          <a:xfrm rot="-5400000">
            <a:off x="4750937" y="2605642"/>
            <a:ext cx="2387816" cy="448769"/>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chemeClr val="accent1"/>
              </a:buClr>
              <a:buSzPts val="2400"/>
              <a:buNone/>
            </a:pPr>
            <a:r>
              <a:rPr lang="en-US"/>
              <a:t>$32,000</a:t>
            </a:r>
            <a:endParaRPr/>
          </a:p>
        </p:txBody>
      </p:sp>
      <p:pic>
        <p:nvPicPr>
          <p:cNvPr descr="Chart" id="415" name="Google Shape;415;p31"/>
          <p:cNvPicPr preferRelativeResize="0"/>
          <p:nvPr/>
        </p:nvPicPr>
        <p:blipFill rotWithShape="1">
          <a:blip r:embed="rId5">
            <a:alphaModFix/>
          </a:blip>
          <a:srcRect b="0" l="0" r="0" t="0"/>
          <a:stretch/>
        </p:blipFill>
        <p:spPr>
          <a:xfrm>
            <a:off x="5805878" y="946101"/>
            <a:ext cx="1357883" cy="3112798"/>
          </a:xfrm>
          <a:prstGeom prst="rect">
            <a:avLst/>
          </a:prstGeom>
          <a:noFill/>
          <a:ln>
            <a:noFill/>
          </a:ln>
        </p:spPr>
      </p:pic>
      <p:sp>
        <p:nvSpPr>
          <p:cNvPr id="416" name="Google Shape;416;p31"/>
          <p:cNvSpPr txBox="1"/>
          <p:nvPr>
            <p:ph idx="13" type="body"/>
          </p:nvPr>
        </p:nvSpPr>
        <p:spPr>
          <a:xfrm>
            <a:off x="5260176" y="4067881"/>
            <a:ext cx="2449286" cy="63919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accent1"/>
              </a:buClr>
              <a:buSzPts val="1600"/>
              <a:buNone/>
            </a:pPr>
            <a:r>
              <a:rPr lang="en-US"/>
              <a:t>INSURANCE</a:t>
            </a:r>
            <a:endParaRPr/>
          </a:p>
        </p:txBody>
      </p:sp>
      <p:sp>
        <p:nvSpPr>
          <p:cNvPr id="417" name="Google Shape;417;p31"/>
          <p:cNvSpPr txBox="1"/>
          <p:nvPr>
            <p:ph idx="9" type="body"/>
          </p:nvPr>
        </p:nvSpPr>
        <p:spPr>
          <a:xfrm>
            <a:off x="5260176" y="4685985"/>
            <a:ext cx="2449286" cy="1003155"/>
          </a:xfrm>
          <a:prstGeom prst="rect">
            <a:avLst/>
          </a:prstGeom>
          <a:noFill/>
          <a:ln>
            <a:noFill/>
          </a:ln>
        </p:spPr>
        <p:txBody>
          <a:bodyPr anchorCtr="0" anchor="t" bIns="45700" lIns="91425" spcFirstLastPara="1" rIns="91425" wrap="square" tIns="45700">
            <a:noAutofit/>
          </a:bodyPr>
          <a:lstStyle/>
          <a:p>
            <a:pPr indent="0" lvl="0" marL="0" rtl="0" algn="ctr">
              <a:lnSpc>
                <a:spcPct val="125000"/>
              </a:lnSpc>
              <a:spcBef>
                <a:spcPts val="0"/>
              </a:spcBef>
              <a:spcAft>
                <a:spcPts val="0"/>
              </a:spcAft>
              <a:buClr>
                <a:schemeClr val="dk1"/>
              </a:buClr>
              <a:buSzPts val="1400"/>
              <a:buNone/>
            </a:pPr>
            <a:r>
              <a:rPr lang="en-US"/>
              <a:t>Revenue obtained from medical insurance payments</a:t>
            </a:r>
            <a:endParaRPr/>
          </a:p>
        </p:txBody>
      </p:sp>
      <p:sp>
        <p:nvSpPr>
          <p:cNvPr id="418" name="Google Shape;418;p31"/>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9" name="Google Shape;419;p31"/>
          <p:cNvSpPr txBox="1"/>
          <p:nvPr/>
        </p:nvSpPr>
        <p:spPr>
          <a:xfrm>
            <a:off x="8081042" y="1673787"/>
            <a:ext cx="2667000" cy="609180"/>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1600"/>
              <a:buFont typeface="Arial"/>
              <a:buNone/>
            </a:pPr>
            <a:r>
              <a:rPr lang="en-US" sz="1600" cap="none">
                <a:solidFill>
                  <a:schemeClr val="accent6"/>
                </a:solidFill>
                <a:latin typeface="Arial"/>
                <a:ea typeface="Arial"/>
                <a:cs typeface="Arial"/>
                <a:sym typeface="Arial"/>
              </a:rPr>
              <a:t>FEASIBILITY</a:t>
            </a:r>
            <a:endParaRPr/>
          </a:p>
        </p:txBody>
      </p:sp>
      <p:sp>
        <p:nvSpPr>
          <p:cNvPr id="420" name="Google Shape;420;p31"/>
          <p:cNvSpPr txBox="1"/>
          <p:nvPr/>
        </p:nvSpPr>
        <p:spPr>
          <a:xfrm>
            <a:off x="7891272" y="2360446"/>
            <a:ext cx="3875148" cy="2061227"/>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$8 per Bracelet</a:t>
            </a:r>
            <a:endParaRPr/>
          </a:p>
          <a:p>
            <a:pPr indent="-228600" lvl="0" marL="228600" marR="0" rtl="0" algn="l">
              <a:lnSpc>
                <a:spcPct val="100000"/>
              </a:lnSpc>
              <a:spcBef>
                <a:spcPts val="1000"/>
              </a:spcBef>
              <a:spcAft>
                <a:spcPts val="0"/>
              </a:spcAft>
              <a:buClr>
                <a:schemeClr val="dk1"/>
              </a:buClr>
              <a:buSzPts val="1600"/>
              <a:buFont typeface="Arial"/>
              <a:buChar char="•"/>
            </a:pPr>
            <a:r>
              <a:rPr lang="en-US" sz="1600">
                <a:solidFill>
                  <a:schemeClr val="dk1"/>
                </a:solidFill>
                <a:latin typeface="Arial"/>
                <a:ea typeface="Arial"/>
                <a:cs typeface="Arial"/>
                <a:sym typeface="Arial"/>
              </a:rPr>
              <a:t>Initial supply 8000 units</a:t>
            </a:r>
            <a:endParaRPr/>
          </a:p>
          <a:p>
            <a:pPr indent="-228600" lvl="0" marL="228600" marR="0" rtl="0" algn="l">
              <a:lnSpc>
                <a:spcPct val="100000"/>
              </a:lnSpc>
              <a:spcBef>
                <a:spcPts val="1000"/>
              </a:spcBef>
              <a:spcAft>
                <a:spcPts val="0"/>
              </a:spcAft>
              <a:buClr>
                <a:schemeClr val="dk1"/>
              </a:buClr>
              <a:buSzPts val="1600"/>
              <a:buFont typeface="Arial"/>
              <a:buChar char="•"/>
            </a:pPr>
            <a:r>
              <a:rPr lang="en-US" sz="1600">
                <a:solidFill>
                  <a:schemeClr val="dk1"/>
                </a:solidFill>
                <a:latin typeface="Arial"/>
                <a:ea typeface="Arial"/>
                <a:cs typeface="Arial"/>
                <a:sym typeface="Arial"/>
              </a:rPr>
              <a:t>50% by insurance, 31.25% investors, 18.75% by individuals</a:t>
            </a:r>
            <a:endParaRPr/>
          </a:p>
        </p:txBody>
      </p:sp>
      <p:pic>
        <p:nvPicPr>
          <p:cNvPr descr="Documents on desk" id="421" name="Google Shape;421;p31"/>
          <p:cNvPicPr preferRelativeResize="0"/>
          <p:nvPr/>
        </p:nvPicPr>
        <p:blipFill rotWithShape="1">
          <a:blip r:embed="rId6">
            <a:alphaModFix/>
          </a:blip>
          <a:srcRect b="0" l="0" r="0" t="0"/>
          <a:stretch/>
        </p:blipFill>
        <p:spPr>
          <a:xfrm>
            <a:off x="8081042" y="3863862"/>
            <a:ext cx="3348228" cy="22321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2"/>
          <p:cNvSpPr txBox="1"/>
          <p:nvPr>
            <p:ph type="title"/>
          </p:nvPr>
        </p:nvSpPr>
        <p:spPr>
          <a:xfrm>
            <a:off x="838200" y="671808"/>
            <a:ext cx="10515600" cy="6618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4000"/>
              <a:buFont typeface="Arial"/>
              <a:buNone/>
            </a:pPr>
            <a:r>
              <a:rPr lang="en-US"/>
              <a:t>TWO-YEAR ACTION PLAN</a:t>
            </a:r>
            <a:endParaRPr/>
          </a:p>
        </p:txBody>
      </p:sp>
      <p:sp>
        <p:nvSpPr>
          <p:cNvPr id="427" name="Google Shape;427;p32"/>
          <p:cNvSpPr txBox="1"/>
          <p:nvPr>
            <p:ph idx="30" type="body"/>
          </p:nvPr>
        </p:nvSpPr>
        <p:spPr>
          <a:xfrm>
            <a:off x="2029367" y="2120620"/>
            <a:ext cx="1440000" cy="549600"/>
          </a:xfrm>
          <a:prstGeom prst="rect">
            <a:avLst/>
          </a:prstGeom>
          <a:noFill/>
          <a:ln>
            <a:noFill/>
          </a:ln>
        </p:spPr>
        <p:txBody>
          <a:bodyPr anchorCtr="0" anchor="ctr" bIns="45700" lIns="91425" spcFirstLastPara="1" rIns="91425" wrap="square" tIns="45700">
            <a:normAutofit/>
          </a:bodyPr>
          <a:lstStyle/>
          <a:p>
            <a:pPr indent="0" lvl="0" marL="0" rtl="0" algn="ctr">
              <a:lnSpc>
                <a:spcPct val="125000"/>
              </a:lnSpc>
              <a:spcBef>
                <a:spcPts val="0"/>
              </a:spcBef>
              <a:spcAft>
                <a:spcPts val="0"/>
              </a:spcAft>
              <a:buClr>
                <a:srgbClr val="2F4139"/>
              </a:buClr>
              <a:buSzPts val="1200"/>
              <a:buNone/>
            </a:pPr>
            <a:r>
              <a:rPr lang="en-US"/>
              <a:t>2-4 countries</a:t>
            </a:r>
            <a:endParaRPr/>
          </a:p>
        </p:txBody>
      </p:sp>
      <p:sp>
        <p:nvSpPr>
          <p:cNvPr id="428" name="Google Shape;428;p32"/>
          <p:cNvSpPr txBox="1"/>
          <p:nvPr>
            <p:ph idx="31" type="body"/>
          </p:nvPr>
        </p:nvSpPr>
        <p:spPr>
          <a:xfrm>
            <a:off x="4397612" y="2120620"/>
            <a:ext cx="1440000" cy="549600"/>
          </a:xfrm>
          <a:prstGeom prst="rect">
            <a:avLst/>
          </a:prstGeom>
          <a:noFill/>
          <a:ln>
            <a:noFill/>
          </a:ln>
        </p:spPr>
        <p:txBody>
          <a:bodyPr anchorCtr="0" anchor="ctr" bIns="45700" lIns="91425" spcFirstLastPara="1" rIns="91425" wrap="square" tIns="45700">
            <a:normAutofit/>
          </a:bodyPr>
          <a:lstStyle/>
          <a:p>
            <a:pPr indent="0" lvl="0" marL="0" rtl="0" algn="ctr">
              <a:lnSpc>
                <a:spcPct val="125000"/>
              </a:lnSpc>
              <a:spcBef>
                <a:spcPts val="0"/>
              </a:spcBef>
              <a:spcAft>
                <a:spcPts val="0"/>
              </a:spcAft>
              <a:buClr>
                <a:srgbClr val="2F4139"/>
              </a:buClr>
              <a:buSzPts val="1200"/>
              <a:buNone/>
            </a:pPr>
            <a:r>
              <a:rPr lang="en-US"/>
              <a:t>Gather feedback</a:t>
            </a:r>
            <a:endParaRPr/>
          </a:p>
        </p:txBody>
      </p:sp>
      <p:sp>
        <p:nvSpPr>
          <p:cNvPr id="429" name="Google Shape;429;p32"/>
          <p:cNvSpPr txBox="1"/>
          <p:nvPr>
            <p:ph idx="32" type="body"/>
          </p:nvPr>
        </p:nvSpPr>
        <p:spPr>
          <a:xfrm>
            <a:off x="8344687" y="1793812"/>
            <a:ext cx="1440000" cy="876300"/>
          </a:xfrm>
          <a:prstGeom prst="rect">
            <a:avLst/>
          </a:prstGeom>
          <a:noFill/>
          <a:ln>
            <a:noFill/>
          </a:ln>
        </p:spPr>
        <p:txBody>
          <a:bodyPr anchorCtr="0" anchor="ctr" bIns="45700" lIns="91425" spcFirstLastPara="1" rIns="91425" wrap="square" tIns="45700">
            <a:normAutofit/>
          </a:bodyPr>
          <a:lstStyle/>
          <a:p>
            <a:pPr indent="0" lvl="0" marL="0" rtl="0" algn="ctr">
              <a:lnSpc>
                <a:spcPct val="125000"/>
              </a:lnSpc>
              <a:spcBef>
                <a:spcPts val="0"/>
              </a:spcBef>
              <a:spcAft>
                <a:spcPts val="0"/>
              </a:spcAft>
              <a:buClr>
                <a:srgbClr val="2F4139"/>
              </a:buClr>
              <a:buSzPts val="1200"/>
              <a:buNone/>
            </a:pPr>
            <a:r>
              <a:rPr lang="en-US"/>
              <a:t>Emergency response improvement </a:t>
            </a:r>
            <a:endParaRPr/>
          </a:p>
        </p:txBody>
      </p:sp>
      <p:sp>
        <p:nvSpPr>
          <p:cNvPr id="430" name="Google Shape;430;p32"/>
          <p:cNvSpPr txBox="1"/>
          <p:nvPr>
            <p:ph idx="28" type="body"/>
          </p:nvPr>
        </p:nvSpPr>
        <p:spPr>
          <a:xfrm>
            <a:off x="696804" y="2720679"/>
            <a:ext cx="1020900" cy="501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2F4139"/>
              </a:buClr>
              <a:buSzPts val="2000"/>
              <a:buNone/>
            </a:pPr>
            <a:r>
              <a:rPr lang="en-US"/>
              <a:t>2027</a:t>
            </a:r>
            <a:endParaRPr/>
          </a:p>
        </p:txBody>
      </p:sp>
      <p:grpSp>
        <p:nvGrpSpPr>
          <p:cNvPr id="431" name="Google Shape;431;p32"/>
          <p:cNvGrpSpPr/>
          <p:nvPr/>
        </p:nvGrpSpPr>
        <p:grpSpPr>
          <a:xfrm>
            <a:off x="2049387" y="2999128"/>
            <a:ext cx="8510111" cy="0"/>
            <a:chOff x="1504814" y="2488864"/>
            <a:chExt cx="8510111" cy="0"/>
          </a:xfrm>
        </p:grpSpPr>
        <p:cxnSp>
          <p:nvCxnSpPr>
            <p:cNvPr id="432" name="Google Shape;432;p32"/>
            <p:cNvCxnSpPr/>
            <p:nvPr/>
          </p:nvCxnSpPr>
          <p:spPr>
            <a:xfrm>
              <a:off x="1504814"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3" name="Google Shape;433;p32"/>
            <p:cNvCxnSpPr/>
            <p:nvPr/>
          </p:nvCxnSpPr>
          <p:spPr>
            <a:xfrm>
              <a:off x="2301137"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4" name="Google Shape;434;p32"/>
            <p:cNvCxnSpPr/>
            <p:nvPr/>
          </p:nvCxnSpPr>
          <p:spPr>
            <a:xfrm>
              <a:off x="3083776"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5" name="Google Shape;435;p32"/>
            <p:cNvCxnSpPr/>
            <p:nvPr/>
          </p:nvCxnSpPr>
          <p:spPr>
            <a:xfrm>
              <a:off x="3880099"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6" name="Google Shape;436;p32"/>
            <p:cNvCxnSpPr/>
            <p:nvPr/>
          </p:nvCxnSpPr>
          <p:spPr>
            <a:xfrm>
              <a:off x="4655896"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7" name="Google Shape;437;p32"/>
            <p:cNvCxnSpPr/>
            <p:nvPr/>
          </p:nvCxnSpPr>
          <p:spPr>
            <a:xfrm>
              <a:off x="5452219"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8" name="Google Shape;438;p32"/>
            <p:cNvCxnSpPr/>
            <p:nvPr/>
          </p:nvCxnSpPr>
          <p:spPr>
            <a:xfrm>
              <a:off x="6234858"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39" name="Google Shape;439;p32"/>
            <p:cNvCxnSpPr/>
            <p:nvPr/>
          </p:nvCxnSpPr>
          <p:spPr>
            <a:xfrm>
              <a:off x="7031181"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40" name="Google Shape;440;p32"/>
            <p:cNvCxnSpPr/>
            <p:nvPr/>
          </p:nvCxnSpPr>
          <p:spPr>
            <a:xfrm>
              <a:off x="7813820"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41" name="Google Shape;441;p32"/>
            <p:cNvCxnSpPr/>
            <p:nvPr/>
          </p:nvCxnSpPr>
          <p:spPr>
            <a:xfrm>
              <a:off x="8610143"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42" name="Google Shape;442;p32"/>
            <p:cNvCxnSpPr/>
            <p:nvPr/>
          </p:nvCxnSpPr>
          <p:spPr>
            <a:xfrm>
              <a:off x="9399625" y="2488864"/>
              <a:ext cx="615300" cy="0"/>
            </a:xfrm>
            <a:prstGeom prst="straightConnector1">
              <a:avLst/>
            </a:prstGeom>
            <a:noFill/>
            <a:ln cap="flat" cmpd="sng" w="9525">
              <a:solidFill>
                <a:srgbClr val="2F4139"/>
              </a:solidFill>
              <a:prstDash val="solid"/>
              <a:miter lim="800000"/>
              <a:headEnd len="sm" w="sm" type="none"/>
              <a:tailEnd len="sm" w="sm" type="none"/>
            </a:ln>
          </p:spPr>
        </p:cxnSp>
      </p:grpSp>
      <p:grpSp>
        <p:nvGrpSpPr>
          <p:cNvPr id="443" name="Google Shape;443;p32"/>
          <p:cNvGrpSpPr/>
          <p:nvPr/>
        </p:nvGrpSpPr>
        <p:grpSpPr>
          <a:xfrm>
            <a:off x="1872910" y="2903401"/>
            <a:ext cx="8858592" cy="174300"/>
            <a:chOff x="1835966" y="4162015"/>
            <a:chExt cx="8858592" cy="174300"/>
          </a:xfrm>
        </p:grpSpPr>
        <p:sp>
          <p:nvSpPr>
            <p:cNvPr id="444" name="Google Shape;444;p32"/>
            <p:cNvSpPr/>
            <p:nvPr/>
          </p:nvSpPr>
          <p:spPr>
            <a:xfrm>
              <a:off x="1835966"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5" name="Google Shape;445;p32"/>
            <p:cNvSpPr/>
            <p:nvPr/>
          </p:nvSpPr>
          <p:spPr>
            <a:xfrm>
              <a:off x="2625447" y="4162015"/>
              <a:ext cx="174300" cy="174300"/>
            </a:xfrm>
            <a:prstGeom prst="rect">
              <a:avLst/>
            </a:prstGeom>
            <a:solidFill>
              <a:srgbClr val="2F4139"/>
            </a:solid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6" name="Google Shape;446;p32"/>
            <p:cNvSpPr/>
            <p:nvPr/>
          </p:nvSpPr>
          <p:spPr>
            <a:xfrm>
              <a:off x="3414928"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7" name="Google Shape;447;p32"/>
            <p:cNvSpPr/>
            <p:nvPr/>
          </p:nvSpPr>
          <p:spPr>
            <a:xfrm>
              <a:off x="4204409"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8" name="Google Shape;448;p32"/>
            <p:cNvSpPr/>
            <p:nvPr/>
          </p:nvSpPr>
          <p:spPr>
            <a:xfrm>
              <a:off x="4993890" y="4162015"/>
              <a:ext cx="174300" cy="174300"/>
            </a:xfrm>
            <a:prstGeom prst="rect">
              <a:avLst/>
            </a:prstGeom>
            <a:solidFill>
              <a:srgbClr val="2F4139"/>
            </a:solid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9" name="Google Shape;449;p32"/>
            <p:cNvSpPr/>
            <p:nvPr/>
          </p:nvSpPr>
          <p:spPr>
            <a:xfrm>
              <a:off x="5783371"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0" name="Google Shape;450;p32"/>
            <p:cNvSpPr/>
            <p:nvPr/>
          </p:nvSpPr>
          <p:spPr>
            <a:xfrm>
              <a:off x="6572852"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1" name="Google Shape;451;p32"/>
            <p:cNvSpPr/>
            <p:nvPr/>
          </p:nvSpPr>
          <p:spPr>
            <a:xfrm>
              <a:off x="7362333"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2" name="Google Shape;452;p32"/>
            <p:cNvSpPr/>
            <p:nvPr/>
          </p:nvSpPr>
          <p:spPr>
            <a:xfrm>
              <a:off x="8151814"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3" name="Google Shape;453;p32"/>
            <p:cNvSpPr/>
            <p:nvPr/>
          </p:nvSpPr>
          <p:spPr>
            <a:xfrm>
              <a:off x="8941295" y="4162015"/>
              <a:ext cx="174300" cy="174300"/>
            </a:xfrm>
            <a:prstGeom prst="rect">
              <a:avLst/>
            </a:prstGeom>
            <a:solidFill>
              <a:srgbClr val="2F4139"/>
            </a:solid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4" name="Google Shape;454;p32"/>
            <p:cNvSpPr/>
            <p:nvPr/>
          </p:nvSpPr>
          <p:spPr>
            <a:xfrm>
              <a:off x="9730776"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5" name="Google Shape;455;p32"/>
            <p:cNvSpPr/>
            <p:nvPr/>
          </p:nvSpPr>
          <p:spPr>
            <a:xfrm>
              <a:off x="10520258"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456" name="Google Shape;456;p32"/>
          <p:cNvSpPr txBox="1"/>
          <p:nvPr>
            <p:ph idx="1" type="body"/>
          </p:nvPr>
        </p:nvSpPr>
        <p:spPr>
          <a:xfrm>
            <a:off x="1712346"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Jan</a:t>
            </a:r>
            <a:endParaRPr/>
          </a:p>
        </p:txBody>
      </p:sp>
      <p:sp>
        <p:nvSpPr>
          <p:cNvPr id="457" name="Google Shape;457;p32"/>
          <p:cNvSpPr txBox="1"/>
          <p:nvPr>
            <p:ph idx="2" type="body"/>
          </p:nvPr>
        </p:nvSpPr>
        <p:spPr>
          <a:xfrm>
            <a:off x="2501761"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Feb</a:t>
            </a:r>
            <a:endParaRPr/>
          </a:p>
        </p:txBody>
      </p:sp>
      <p:sp>
        <p:nvSpPr>
          <p:cNvPr id="458" name="Google Shape;458;p32"/>
          <p:cNvSpPr txBox="1"/>
          <p:nvPr>
            <p:ph idx="3" type="body"/>
          </p:nvPr>
        </p:nvSpPr>
        <p:spPr>
          <a:xfrm>
            <a:off x="3291176"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Mar</a:t>
            </a:r>
            <a:endParaRPr/>
          </a:p>
        </p:txBody>
      </p:sp>
      <p:sp>
        <p:nvSpPr>
          <p:cNvPr id="459" name="Google Shape;459;p32"/>
          <p:cNvSpPr txBox="1"/>
          <p:nvPr>
            <p:ph idx="4" type="body"/>
          </p:nvPr>
        </p:nvSpPr>
        <p:spPr>
          <a:xfrm>
            <a:off x="4080591"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Apr</a:t>
            </a:r>
            <a:endParaRPr/>
          </a:p>
        </p:txBody>
      </p:sp>
      <p:sp>
        <p:nvSpPr>
          <p:cNvPr id="460" name="Google Shape;460;p32"/>
          <p:cNvSpPr txBox="1"/>
          <p:nvPr>
            <p:ph idx="5" type="body"/>
          </p:nvPr>
        </p:nvSpPr>
        <p:spPr>
          <a:xfrm>
            <a:off x="4810807" y="3170170"/>
            <a:ext cx="61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May</a:t>
            </a:r>
            <a:endParaRPr/>
          </a:p>
        </p:txBody>
      </p:sp>
      <p:sp>
        <p:nvSpPr>
          <p:cNvPr id="461" name="Google Shape;461;p32"/>
          <p:cNvSpPr txBox="1"/>
          <p:nvPr>
            <p:ph idx="6" type="body"/>
          </p:nvPr>
        </p:nvSpPr>
        <p:spPr>
          <a:xfrm>
            <a:off x="5659421"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Jun</a:t>
            </a:r>
            <a:endParaRPr/>
          </a:p>
        </p:txBody>
      </p:sp>
      <p:sp>
        <p:nvSpPr>
          <p:cNvPr id="462" name="Google Shape;462;p32"/>
          <p:cNvSpPr txBox="1"/>
          <p:nvPr>
            <p:ph idx="7" type="body"/>
          </p:nvPr>
        </p:nvSpPr>
        <p:spPr>
          <a:xfrm>
            <a:off x="6448836"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Jul</a:t>
            </a:r>
            <a:endParaRPr/>
          </a:p>
        </p:txBody>
      </p:sp>
      <p:sp>
        <p:nvSpPr>
          <p:cNvPr id="463" name="Google Shape;463;p32"/>
          <p:cNvSpPr txBox="1"/>
          <p:nvPr>
            <p:ph idx="8" type="body"/>
          </p:nvPr>
        </p:nvSpPr>
        <p:spPr>
          <a:xfrm>
            <a:off x="7238251"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Aug</a:t>
            </a:r>
            <a:endParaRPr/>
          </a:p>
        </p:txBody>
      </p:sp>
      <p:sp>
        <p:nvSpPr>
          <p:cNvPr id="464" name="Google Shape;464;p32"/>
          <p:cNvSpPr txBox="1"/>
          <p:nvPr>
            <p:ph idx="9" type="body"/>
          </p:nvPr>
        </p:nvSpPr>
        <p:spPr>
          <a:xfrm>
            <a:off x="8027666"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Sep</a:t>
            </a:r>
            <a:endParaRPr/>
          </a:p>
        </p:txBody>
      </p:sp>
      <p:sp>
        <p:nvSpPr>
          <p:cNvPr id="465" name="Google Shape;465;p32"/>
          <p:cNvSpPr txBox="1"/>
          <p:nvPr>
            <p:ph idx="13" type="body"/>
          </p:nvPr>
        </p:nvSpPr>
        <p:spPr>
          <a:xfrm>
            <a:off x="8817081"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Oct</a:t>
            </a:r>
            <a:endParaRPr/>
          </a:p>
        </p:txBody>
      </p:sp>
      <p:sp>
        <p:nvSpPr>
          <p:cNvPr id="466" name="Google Shape;466;p32"/>
          <p:cNvSpPr txBox="1"/>
          <p:nvPr>
            <p:ph idx="14" type="body"/>
          </p:nvPr>
        </p:nvSpPr>
        <p:spPr>
          <a:xfrm>
            <a:off x="9606496"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Nov</a:t>
            </a:r>
            <a:endParaRPr/>
          </a:p>
        </p:txBody>
      </p:sp>
      <p:sp>
        <p:nvSpPr>
          <p:cNvPr id="467" name="Google Shape;467;p32"/>
          <p:cNvSpPr txBox="1"/>
          <p:nvPr>
            <p:ph idx="15" type="body"/>
          </p:nvPr>
        </p:nvSpPr>
        <p:spPr>
          <a:xfrm>
            <a:off x="10395907" y="3170170"/>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Dec</a:t>
            </a:r>
            <a:endParaRPr/>
          </a:p>
        </p:txBody>
      </p:sp>
      <p:sp>
        <p:nvSpPr>
          <p:cNvPr id="468" name="Google Shape;468;p32"/>
          <p:cNvSpPr txBox="1"/>
          <p:nvPr>
            <p:ph idx="33" type="body"/>
          </p:nvPr>
        </p:nvSpPr>
        <p:spPr>
          <a:xfrm>
            <a:off x="2029367" y="3854752"/>
            <a:ext cx="1440000" cy="557100"/>
          </a:xfrm>
          <a:prstGeom prst="rect">
            <a:avLst/>
          </a:prstGeom>
          <a:noFill/>
          <a:ln>
            <a:noFill/>
          </a:ln>
        </p:spPr>
        <p:txBody>
          <a:bodyPr anchorCtr="0" anchor="ctr" bIns="45700" lIns="91425" spcFirstLastPara="1" rIns="91425" wrap="square" tIns="45700">
            <a:noAutofit/>
          </a:bodyPr>
          <a:lstStyle/>
          <a:p>
            <a:pPr indent="0" lvl="0" marL="0" rtl="0" algn="ctr">
              <a:lnSpc>
                <a:spcPct val="125000"/>
              </a:lnSpc>
              <a:spcBef>
                <a:spcPts val="0"/>
              </a:spcBef>
              <a:spcAft>
                <a:spcPts val="0"/>
              </a:spcAft>
              <a:buClr>
                <a:srgbClr val="2F4139"/>
              </a:buClr>
              <a:buSzPts val="1200"/>
              <a:buNone/>
            </a:pPr>
            <a:r>
              <a:rPr lang="en-US"/>
              <a:t>60-120 Jobs created​</a:t>
            </a:r>
            <a:endParaRPr/>
          </a:p>
        </p:txBody>
      </p:sp>
      <p:sp>
        <p:nvSpPr>
          <p:cNvPr id="469" name="Google Shape;469;p32"/>
          <p:cNvSpPr txBox="1"/>
          <p:nvPr>
            <p:ph idx="34" type="body"/>
          </p:nvPr>
        </p:nvSpPr>
        <p:spPr>
          <a:xfrm>
            <a:off x="5976442" y="3854752"/>
            <a:ext cx="1440000" cy="557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accent4"/>
              </a:buClr>
              <a:buSzPts val="1400"/>
              <a:buNone/>
            </a:pPr>
            <a:r>
              <a:rPr lang="en-US"/>
              <a:t>Savings $1.5 -$3M</a:t>
            </a:r>
            <a:endParaRPr/>
          </a:p>
        </p:txBody>
      </p:sp>
      <p:sp>
        <p:nvSpPr>
          <p:cNvPr id="470" name="Google Shape;470;p32"/>
          <p:cNvSpPr txBox="1"/>
          <p:nvPr>
            <p:ph idx="35" type="body"/>
          </p:nvPr>
        </p:nvSpPr>
        <p:spPr>
          <a:xfrm>
            <a:off x="9923517" y="3854752"/>
            <a:ext cx="1440000" cy="557100"/>
          </a:xfrm>
          <a:prstGeom prst="rect">
            <a:avLst/>
          </a:prstGeom>
          <a:noFill/>
          <a:ln>
            <a:noFill/>
          </a:ln>
        </p:spPr>
        <p:txBody>
          <a:bodyPr anchorCtr="0" anchor="ctr" bIns="45700" lIns="91425" spcFirstLastPara="1" rIns="91425" wrap="square" tIns="45700">
            <a:normAutofit/>
          </a:bodyPr>
          <a:lstStyle/>
          <a:p>
            <a:pPr indent="0" lvl="0" marL="0" rtl="0" algn="ctr">
              <a:lnSpc>
                <a:spcPct val="125000"/>
              </a:lnSpc>
              <a:spcBef>
                <a:spcPts val="0"/>
              </a:spcBef>
              <a:spcAft>
                <a:spcPts val="0"/>
              </a:spcAft>
              <a:buClr>
                <a:srgbClr val="2F4139"/>
              </a:buClr>
              <a:buSzPts val="1200"/>
              <a:buNone/>
            </a:pPr>
            <a:r>
              <a:rPr lang="en-US"/>
              <a:t>35k- 50 k users served​</a:t>
            </a:r>
            <a:endParaRPr/>
          </a:p>
        </p:txBody>
      </p:sp>
      <p:grpSp>
        <p:nvGrpSpPr>
          <p:cNvPr id="471" name="Google Shape;471;p32"/>
          <p:cNvGrpSpPr/>
          <p:nvPr/>
        </p:nvGrpSpPr>
        <p:grpSpPr>
          <a:xfrm>
            <a:off x="2749537" y="4411918"/>
            <a:ext cx="7895280" cy="344400"/>
            <a:chOff x="2749537" y="4411918"/>
            <a:chExt cx="7895280" cy="344400"/>
          </a:xfrm>
        </p:grpSpPr>
        <p:cxnSp>
          <p:nvCxnSpPr>
            <p:cNvPr id="472" name="Google Shape;472;p32"/>
            <p:cNvCxnSpPr/>
            <p:nvPr/>
          </p:nvCxnSpPr>
          <p:spPr>
            <a:xfrm flipH="1">
              <a:off x="2749537" y="4411918"/>
              <a:ext cx="1200" cy="344400"/>
            </a:xfrm>
            <a:prstGeom prst="straightConnector1">
              <a:avLst/>
            </a:prstGeom>
            <a:noFill/>
            <a:ln cap="flat" cmpd="sng" w="9525">
              <a:solidFill>
                <a:srgbClr val="2F4139"/>
              </a:solidFill>
              <a:prstDash val="solid"/>
              <a:miter lim="800000"/>
              <a:headEnd len="sm" w="sm" type="none"/>
              <a:tailEnd len="sm" w="sm" type="none"/>
            </a:ln>
          </p:spPr>
        </p:cxnSp>
        <p:cxnSp>
          <p:nvCxnSpPr>
            <p:cNvPr id="473" name="Google Shape;473;p32"/>
            <p:cNvCxnSpPr/>
            <p:nvPr/>
          </p:nvCxnSpPr>
          <p:spPr>
            <a:xfrm flipH="1">
              <a:off x="6699728" y="4411918"/>
              <a:ext cx="1200" cy="344400"/>
            </a:xfrm>
            <a:prstGeom prst="straightConnector1">
              <a:avLst/>
            </a:prstGeom>
            <a:noFill/>
            <a:ln cap="flat" cmpd="sng" w="9525">
              <a:solidFill>
                <a:schemeClr val="accent4"/>
              </a:solidFill>
              <a:prstDash val="solid"/>
              <a:miter lim="800000"/>
              <a:headEnd len="sm" w="sm" type="none"/>
              <a:tailEnd len="sm" w="sm" type="none"/>
            </a:ln>
          </p:spPr>
        </p:cxnSp>
        <p:cxnSp>
          <p:nvCxnSpPr>
            <p:cNvPr id="474" name="Google Shape;474;p32"/>
            <p:cNvCxnSpPr/>
            <p:nvPr/>
          </p:nvCxnSpPr>
          <p:spPr>
            <a:xfrm flipH="1">
              <a:off x="10643617" y="4411918"/>
              <a:ext cx="1200" cy="344400"/>
            </a:xfrm>
            <a:prstGeom prst="straightConnector1">
              <a:avLst/>
            </a:prstGeom>
            <a:noFill/>
            <a:ln cap="flat" cmpd="sng" w="9525">
              <a:solidFill>
                <a:srgbClr val="2F4139"/>
              </a:solidFill>
              <a:prstDash val="solid"/>
              <a:miter lim="800000"/>
              <a:headEnd len="sm" w="sm" type="none"/>
              <a:tailEnd len="sm" w="sm" type="none"/>
            </a:ln>
          </p:spPr>
        </p:cxnSp>
      </p:grpSp>
      <p:sp>
        <p:nvSpPr>
          <p:cNvPr id="475" name="Google Shape;475;p32"/>
          <p:cNvSpPr txBox="1"/>
          <p:nvPr>
            <p:ph idx="29" type="body"/>
          </p:nvPr>
        </p:nvSpPr>
        <p:spPr>
          <a:xfrm>
            <a:off x="696804" y="4418755"/>
            <a:ext cx="1020900" cy="501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2F4139"/>
              </a:buClr>
              <a:buSzPts val="2000"/>
              <a:buNone/>
            </a:pPr>
            <a:r>
              <a:rPr lang="en-US"/>
              <a:t>2028</a:t>
            </a:r>
            <a:endParaRPr/>
          </a:p>
        </p:txBody>
      </p:sp>
      <p:sp>
        <p:nvSpPr>
          <p:cNvPr id="476" name="Google Shape;476;p32"/>
          <p:cNvSpPr txBox="1"/>
          <p:nvPr>
            <p:ph idx="16" type="body"/>
          </p:nvPr>
        </p:nvSpPr>
        <p:spPr>
          <a:xfrm>
            <a:off x="1712346"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Jan</a:t>
            </a:r>
            <a:endParaRPr/>
          </a:p>
        </p:txBody>
      </p:sp>
      <p:sp>
        <p:nvSpPr>
          <p:cNvPr id="477" name="Google Shape;477;p32"/>
          <p:cNvSpPr txBox="1"/>
          <p:nvPr>
            <p:ph idx="17" type="body"/>
          </p:nvPr>
        </p:nvSpPr>
        <p:spPr>
          <a:xfrm>
            <a:off x="2501761"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Feb</a:t>
            </a:r>
            <a:endParaRPr/>
          </a:p>
        </p:txBody>
      </p:sp>
      <p:sp>
        <p:nvSpPr>
          <p:cNvPr id="478" name="Google Shape;478;p32"/>
          <p:cNvSpPr txBox="1"/>
          <p:nvPr>
            <p:ph idx="18" type="body"/>
          </p:nvPr>
        </p:nvSpPr>
        <p:spPr>
          <a:xfrm>
            <a:off x="3291176"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Mar</a:t>
            </a:r>
            <a:endParaRPr/>
          </a:p>
        </p:txBody>
      </p:sp>
      <p:sp>
        <p:nvSpPr>
          <p:cNvPr id="479" name="Google Shape;479;p32"/>
          <p:cNvSpPr txBox="1"/>
          <p:nvPr>
            <p:ph idx="19" type="body"/>
          </p:nvPr>
        </p:nvSpPr>
        <p:spPr>
          <a:xfrm>
            <a:off x="4080591"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Apr</a:t>
            </a:r>
            <a:endParaRPr/>
          </a:p>
        </p:txBody>
      </p:sp>
      <p:sp>
        <p:nvSpPr>
          <p:cNvPr id="480" name="Google Shape;480;p32"/>
          <p:cNvSpPr txBox="1"/>
          <p:nvPr>
            <p:ph idx="20" type="body"/>
          </p:nvPr>
        </p:nvSpPr>
        <p:spPr>
          <a:xfrm>
            <a:off x="4810807" y="4871997"/>
            <a:ext cx="61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May</a:t>
            </a:r>
            <a:endParaRPr/>
          </a:p>
        </p:txBody>
      </p:sp>
      <p:sp>
        <p:nvSpPr>
          <p:cNvPr id="481" name="Google Shape;481;p32"/>
          <p:cNvSpPr txBox="1"/>
          <p:nvPr>
            <p:ph idx="21" type="body"/>
          </p:nvPr>
        </p:nvSpPr>
        <p:spPr>
          <a:xfrm>
            <a:off x="5659421"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Jun</a:t>
            </a:r>
            <a:endParaRPr/>
          </a:p>
        </p:txBody>
      </p:sp>
      <p:sp>
        <p:nvSpPr>
          <p:cNvPr id="482" name="Google Shape;482;p32"/>
          <p:cNvSpPr txBox="1"/>
          <p:nvPr>
            <p:ph idx="22" type="body"/>
          </p:nvPr>
        </p:nvSpPr>
        <p:spPr>
          <a:xfrm>
            <a:off x="6448836"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Jul</a:t>
            </a:r>
            <a:endParaRPr/>
          </a:p>
        </p:txBody>
      </p:sp>
      <p:sp>
        <p:nvSpPr>
          <p:cNvPr id="483" name="Google Shape;483;p32"/>
          <p:cNvSpPr txBox="1"/>
          <p:nvPr>
            <p:ph idx="23" type="body"/>
          </p:nvPr>
        </p:nvSpPr>
        <p:spPr>
          <a:xfrm>
            <a:off x="7238251"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Aug</a:t>
            </a:r>
            <a:endParaRPr/>
          </a:p>
        </p:txBody>
      </p:sp>
      <p:sp>
        <p:nvSpPr>
          <p:cNvPr id="484" name="Google Shape;484;p32"/>
          <p:cNvSpPr txBox="1"/>
          <p:nvPr>
            <p:ph idx="24" type="body"/>
          </p:nvPr>
        </p:nvSpPr>
        <p:spPr>
          <a:xfrm>
            <a:off x="8027666"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Sep</a:t>
            </a:r>
            <a:endParaRPr/>
          </a:p>
        </p:txBody>
      </p:sp>
      <p:sp>
        <p:nvSpPr>
          <p:cNvPr id="485" name="Google Shape;485;p32"/>
          <p:cNvSpPr txBox="1"/>
          <p:nvPr>
            <p:ph idx="25" type="body"/>
          </p:nvPr>
        </p:nvSpPr>
        <p:spPr>
          <a:xfrm>
            <a:off x="8817081"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Oct</a:t>
            </a:r>
            <a:endParaRPr/>
          </a:p>
        </p:txBody>
      </p:sp>
      <p:sp>
        <p:nvSpPr>
          <p:cNvPr id="486" name="Google Shape;486;p32"/>
          <p:cNvSpPr txBox="1"/>
          <p:nvPr>
            <p:ph idx="26" type="body"/>
          </p:nvPr>
        </p:nvSpPr>
        <p:spPr>
          <a:xfrm>
            <a:off x="9606496"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Nov</a:t>
            </a:r>
            <a:endParaRPr/>
          </a:p>
        </p:txBody>
      </p:sp>
      <p:sp>
        <p:nvSpPr>
          <p:cNvPr id="487" name="Google Shape;487;p32"/>
          <p:cNvSpPr txBox="1"/>
          <p:nvPr>
            <p:ph idx="27" type="body"/>
          </p:nvPr>
        </p:nvSpPr>
        <p:spPr>
          <a:xfrm>
            <a:off x="10395907" y="4871997"/>
            <a:ext cx="495300" cy="652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2F4139"/>
              </a:buClr>
              <a:buSzPts val="1200"/>
              <a:buNone/>
            </a:pPr>
            <a:r>
              <a:rPr lang="en-US"/>
              <a:t>Dec</a:t>
            </a:r>
            <a:endParaRPr/>
          </a:p>
        </p:txBody>
      </p:sp>
      <p:grpSp>
        <p:nvGrpSpPr>
          <p:cNvPr id="488" name="Google Shape;488;p32"/>
          <p:cNvGrpSpPr/>
          <p:nvPr/>
        </p:nvGrpSpPr>
        <p:grpSpPr>
          <a:xfrm>
            <a:off x="2750797" y="2675138"/>
            <a:ext cx="6313897" cy="344400"/>
            <a:chOff x="2750797" y="2675138"/>
            <a:chExt cx="6313897" cy="344400"/>
          </a:xfrm>
        </p:grpSpPr>
        <p:cxnSp>
          <p:nvCxnSpPr>
            <p:cNvPr id="489" name="Google Shape;489;p32"/>
            <p:cNvCxnSpPr/>
            <p:nvPr/>
          </p:nvCxnSpPr>
          <p:spPr>
            <a:xfrm flipH="1">
              <a:off x="2750797" y="2675138"/>
              <a:ext cx="1200" cy="344400"/>
            </a:xfrm>
            <a:prstGeom prst="straightConnector1">
              <a:avLst/>
            </a:prstGeom>
            <a:noFill/>
            <a:ln cap="flat" cmpd="sng" w="9525">
              <a:solidFill>
                <a:srgbClr val="2F4139"/>
              </a:solidFill>
              <a:prstDash val="solid"/>
              <a:miter lim="800000"/>
              <a:headEnd len="sm" w="sm" type="none"/>
              <a:tailEnd len="sm" w="sm" type="none"/>
            </a:ln>
          </p:spPr>
        </p:cxnSp>
        <p:cxnSp>
          <p:nvCxnSpPr>
            <p:cNvPr id="490" name="Google Shape;490;p32"/>
            <p:cNvCxnSpPr/>
            <p:nvPr/>
          </p:nvCxnSpPr>
          <p:spPr>
            <a:xfrm flipH="1">
              <a:off x="5116947" y="2675138"/>
              <a:ext cx="1200" cy="344400"/>
            </a:xfrm>
            <a:prstGeom prst="straightConnector1">
              <a:avLst/>
            </a:prstGeom>
            <a:noFill/>
            <a:ln cap="flat" cmpd="sng" w="9525">
              <a:solidFill>
                <a:srgbClr val="2F4139"/>
              </a:solidFill>
              <a:prstDash val="solid"/>
              <a:miter lim="800000"/>
              <a:headEnd len="sm" w="sm" type="none"/>
              <a:tailEnd len="sm" w="sm" type="none"/>
            </a:ln>
          </p:spPr>
        </p:cxnSp>
        <p:cxnSp>
          <p:nvCxnSpPr>
            <p:cNvPr id="491" name="Google Shape;491;p32"/>
            <p:cNvCxnSpPr/>
            <p:nvPr/>
          </p:nvCxnSpPr>
          <p:spPr>
            <a:xfrm flipH="1">
              <a:off x="9063494" y="2675138"/>
              <a:ext cx="1200" cy="344400"/>
            </a:xfrm>
            <a:prstGeom prst="straightConnector1">
              <a:avLst/>
            </a:prstGeom>
            <a:noFill/>
            <a:ln cap="flat" cmpd="sng" w="9525">
              <a:solidFill>
                <a:srgbClr val="2F4139"/>
              </a:solidFill>
              <a:prstDash val="solid"/>
              <a:miter lim="800000"/>
              <a:headEnd len="sm" w="sm" type="none"/>
              <a:tailEnd len="sm" w="sm" type="none"/>
            </a:ln>
          </p:spPr>
        </p:cxnSp>
      </p:grpSp>
      <p:grpSp>
        <p:nvGrpSpPr>
          <p:cNvPr id="492" name="Google Shape;492;p32"/>
          <p:cNvGrpSpPr/>
          <p:nvPr/>
        </p:nvGrpSpPr>
        <p:grpSpPr>
          <a:xfrm>
            <a:off x="2047081" y="4694680"/>
            <a:ext cx="8510111" cy="0"/>
            <a:chOff x="1504814" y="2488864"/>
            <a:chExt cx="8510111" cy="0"/>
          </a:xfrm>
        </p:grpSpPr>
        <p:cxnSp>
          <p:nvCxnSpPr>
            <p:cNvPr id="493" name="Google Shape;493;p32"/>
            <p:cNvCxnSpPr/>
            <p:nvPr/>
          </p:nvCxnSpPr>
          <p:spPr>
            <a:xfrm>
              <a:off x="1504814"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94" name="Google Shape;494;p32"/>
            <p:cNvCxnSpPr/>
            <p:nvPr/>
          </p:nvCxnSpPr>
          <p:spPr>
            <a:xfrm>
              <a:off x="2301137"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95" name="Google Shape;495;p32"/>
            <p:cNvCxnSpPr/>
            <p:nvPr/>
          </p:nvCxnSpPr>
          <p:spPr>
            <a:xfrm>
              <a:off x="3083776"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96" name="Google Shape;496;p32"/>
            <p:cNvCxnSpPr/>
            <p:nvPr/>
          </p:nvCxnSpPr>
          <p:spPr>
            <a:xfrm>
              <a:off x="3880099"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97" name="Google Shape;497;p32"/>
            <p:cNvCxnSpPr/>
            <p:nvPr/>
          </p:nvCxnSpPr>
          <p:spPr>
            <a:xfrm>
              <a:off x="4655896"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98" name="Google Shape;498;p32"/>
            <p:cNvCxnSpPr/>
            <p:nvPr/>
          </p:nvCxnSpPr>
          <p:spPr>
            <a:xfrm>
              <a:off x="5452219"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499" name="Google Shape;499;p32"/>
            <p:cNvCxnSpPr/>
            <p:nvPr/>
          </p:nvCxnSpPr>
          <p:spPr>
            <a:xfrm>
              <a:off x="6234858"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500" name="Google Shape;500;p32"/>
            <p:cNvCxnSpPr/>
            <p:nvPr/>
          </p:nvCxnSpPr>
          <p:spPr>
            <a:xfrm>
              <a:off x="7031181"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501" name="Google Shape;501;p32"/>
            <p:cNvCxnSpPr/>
            <p:nvPr/>
          </p:nvCxnSpPr>
          <p:spPr>
            <a:xfrm>
              <a:off x="7813820"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502" name="Google Shape;502;p32"/>
            <p:cNvCxnSpPr/>
            <p:nvPr/>
          </p:nvCxnSpPr>
          <p:spPr>
            <a:xfrm>
              <a:off x="8610143" y="2488864"/>
              <a:ext cx="615300" cy="0"/>
            </a:xfrm>
            <a:prstGeom prst="straightConnector1">
              <a:avLst/>
            </a:prstGeom>
            <a:noFill/>
            <a:ln cap="flat" cmpd="sng" w="9525">
              <a:solidFill>
                <a:srgbClr val="2F4139"/>
              </a:solidFill>
              <a:prstDash val="solid"/>
              <a:miter lim="800000"/>
              <a:headEnd len="sm" w="sm" type="none"/>
              <a:tailEnd len="sm" w="sm" type="none"/>
            </a:ln>
          </p:spPr>
        </p:cxnSp>
        <p:cxnSp>
          <p:nvCxnSpPr>
            <p:cNvPr id="503" name="Google Shape;503;p32"/>
            <p:cNvCxnSpPr/>
            <p:nvPr/>
          </p:nvCxnSpPr>
          <p:spPr>
            <a:xfrm>
              <a:off x="9399625" y="2488864"/>
              <a:ext cx="615300" cy="0"/>
            </a:xfrm>
            <a:prstGeom prst="straightConnector1">
              <a:avLst/>
            </a:prstGeom>
            <a:noFill/>
            <a:ln cap="flat" cmpd="sng" w="9525">
              <a:solidFill>
                <a:srgbClr val="2F4139"/>
              </a:solidFill>
              <a:prstDash val="solid"/>
              <a:miter lim="800000"/>
              <a:headEnd len="sm" w="sm" type="none"/>
              <a:tailEnd len="sm" w="sm" type="none"/>
            </a:ln>
          </p:spPr>
        </p:cxnSp>
      </p:grpSp>
      <p:grpSp>
        <p:nvGrpSpPr>
          <p:cNvPr id="504" name="Google Shape;504;p32"/>
          <p:cNvGrpSpPr/>
          <p:nvPr/>
        </p:nvGrpSpPr>
        <p:grpSpPr>
          <a:xfrm>
            <a:off x="1872910" y="4599626"/>
            <a:ext cx="8858592" cy="174300"/>
            <a:chOff x="1835966" y="4162015"/>
            <a:chExt cx="8858592" cy="174300"/>
          </a:xfrm>
        </p:grpSpPr>
        <p:sp>
          <p:nvSpPr>
            <p:cNvPr id="505" name="Google Shape;505;p32"/>
            <p:cNvSpPr/>
            <p:nvPr/>
          </p:nvSpPr>
          <p:spPr>
            <a:xfrm>
              <a:off x="1835966"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6" name="Google Shape;506;p32"/>
            <p:cNvSpPr/>
            <p:nvPr/>
          </p:nvSpPr>
          <p:spPr>
            <a:xfrm>
              <a:off x="2625447" y="4162015"/>
              <a:ext cx="174300" cy="174300"/>
            </a:xfrm>
            <a:prstGeom prst="rect">
              <a:avLst/>
            </a:prstGeom>
            <a:solidFill>
              <a:srgbClr val="2F4139"/>
            </a:solid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7" name="Google Shape;507;p32"/>
            <p:cNvSpPr/>
            <p:nvPr/>
          </p:nvSpPr>
          <p:spPr>
            <a:xfrm>
              <a:off x="3414928"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8" name="Google Shape;508;p32"/>
            <p:cNvSpPr/>
            <p:nvPr/>
          </p:nvSpPr>
          <p:spPr>
            <a:xfrm>
              <a:off x="4204409"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9" name="Google Shape;509;p32"/>
            <p:cNvSpPr/>
            <p:nvPr/>
          </p:nvSpPr>
          <p:spPr>
            <a:xfrm>
              <a:off x="4993890"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0" name="Google Shape;510;p32"/>
            <p:cNvSpPr/>
            <p:nvPr/>
          </p:nvSpPr>
          <p:spPr>
            <a:xfrm>
              <a:off x="5783371"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1" name="Google Shape;511;p32"/>
            <p:cNvSpPr/>
            <p:nvPr/>
          </p:nvSpPr>
          <p:spPr>
            <a:xfrm>
              <a:off x="6572852" y="4162015"/>
              <a:ext cx="174300" cy="174300"/>
            </a:xfrm>
            <a:prstGeom prst="rect">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2" name="Google Shape;512;p32"/>
            <p:cNvSpPr/>
            <p:nvPr/>
          </p:nvSpPr>
          <p:spPr>
            <a:xfrm>
              <a:off x="7362333"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3" name="Google Shape;513;p32"/>
            <p:cNvSpPr/>
            <p:nvPr/>
          </p:nvSpPr>
          <p:spPr>
            <a:xfrm>
              <a:off x="8151814"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4" name="Google Shape;514;p32"/>
            <p:cNvSpPr/>
            <p:nvPr/>
          </p:nvSpPr>
          <p:spPr>
            <a:xfrm>
              <a:off x="8941295"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32"/>
            <p:cNvSpPr/>
            <p:nvPr/>
          </p:nvSpPr>
          <p:spPr>
            <a:xfrm>
              <a:off x="9730776" y="4162015"/>
              <a:ext cx="174300" cy="174300"/>
            </a:xfrm>
            <a:prstGeom prst="rect">
              <a:avLst/>
            </a:prstGeom>
            <a:no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6" name="Google Shape;516;p32"/>
            <p:cNvSpPr/>
            <p:nvPr/>
          </p:nvSpPr>
          <p:spPr>
            <a:xfrm>
              <a:off x="10520258" y="4162015"/>
              <a:ext cx="174300" cy="174300"/>
            </a:xfrm>
            <a:prstGeom prst="rect">
              <a:avLst/>
            </a:prstGeom>
            <a:solidFill>
              <a:srgbClr val="2F4139"/>
            </a:solidFill>
            <a:ln cap="flat" cmpd="sng" w="12700">
              <a:solidFill>
                <a:srgbClr val="2F413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17" name="Google Shape;517;p32"/>
          <p:cNvSpPr txBox="1"/>
          <p:nvPr>
            <p:ph idx="12" type="sldNum"/>
          </p:nvPr>
        </p:nvSpPr>
        <p:spPr>
          <a:xfrm>
            <a:off x="8610600" y="6515753"/>
            <a:ext cx="2743200" cy="205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8" name="Google Shape;518;p32"/>
          <p:cNvSpPr txBox="1"/>
          <p:nvPr/>
        </p:nvSpPr>
        <p:spPr>
          <a:xfrm>
            <a:off x="931480" y="1418141"/>
            <a:ext cx="2552400" cy="5379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Impact for Success​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3"/>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4" name="Google Shape;524;p33"/>
          <p:cNvSpPr txBox="1"/>
          <p:nvPr>
            <p:ph type="title"/>
          </p:nvPr>
        </p:nvSpPr>
        <p:spPr>
          <a:xfrm>
            <a:off x="273558" y="2242302"/>
            <a:ext cx="6042025" cy="642937"/>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4000"/>
              <a:buFont typeface="Arial"/>
              <a:buNone/>
            </a:pPr>
            <a:r>
              <a:rPr lang="en-US"/>
              <a:t>CONCLUSION</a:t>
            </a:r>
            <a:endParaRPr/>
          </a:p>
        </p:txBody>
      </p:sp>
      <p:pic>
        <p:nvPicPr>
          <p:cNvPr id="525" name="Google Shape;525;p33"/>
          <p:cNvPicPr preferRelativeResize="0"/>
          <p:nvPr/>
        </p:nvPicPr>
        <p:blipFill rotWithShape="1">
          <a:blip r:embed="rId3">
            <a:alphaModFix/>
          </a:blip>
          <a:srcRect b="0" l="0" r="0" t="0"/>
          <a:stretch/>
        </p:blipFill>
        <p:spPr>
          <a:xfrm>
            <a:off x="4250041" y="1234439"/>
            <a:ext cx="7921970" cy="5281313"/>
          </a:xfrm>
          <a:prstGeom prst="rect">
            <a:avLst/>
          </a:prstGeom>
          <a:noFill/>
          <a:ln>
            <a:noFill/>
          </a:ln>
        </p:spPr>
      </p:pic>
      <p:sp>
        <p:nvSpPr>
          <p:cNvPr id="526" name="Google Shape;526;p33"/>
          <p:cNvSpPr txBox="1"/>
          <p:nvPr>
            <p:ph idx="1" type="body"/>
          </p:nvPr>
        </p:nvSpPr>
        <p:spPr>
          <a:xfrm>
            <a:off x="213122" y="2977450"/>
            <a:ext cx="5172932" cy="1667702"/>
          </a:xfrm>
          <a:prstGeom prst="rect">
            <a:avLst/>
          </a:prstGeom>
          <a:solidFill>
            <a:schemeClr val="accent6"/>
          </a:solidFill>
          <a:ln>
            <a:noFill/>
          </a:ln>
        </p:spPr>
        <p:txBody>
          <a:bodyPr anchorCtr="0" anchor="t" bIns="45700" lIns="91425" spcFirstLastPara="1" rIns="91425" wrap="square" tIns="45700">
            <a:normAutofit fontScale="92500"/>
          </a:bodyPr>
          <a:lstStyle/>
          <a:p>
            <a:pPr indent="0" lvl="0" marL="0" rtl="0" algn="l">
              <a:lnSpc>
                <a:spcPct val="125000"/>
              </a:lnSpc>
              <a:spcBef>
                <a:spcPts val="0"/>
              </a:spcBef>
              <a:spcAft>
                <a:spcPts val="0"/>
              </a:spcAft>
              <a:buClr>
                <a:schemeClr val="dk1"/>
              </a:buClr>
              <a:buSzPct val="100000"/>
              <a:buNone/>
            </a:pPr>
            <a:r>
              <a:rPr lang="en-US" sz="1600"/>
              <a:t>At Edge BP Africa, we believe in giving 110%. Elders are the foundation of African society. They deserve accessible, dignified healthcare. This solution offers continuous monitoring at low cost. It keeps families connected—just as easily as social media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4"/>
          <p:cNvSpPr txBox="1"/>
          <p:nvPr>
            <p:ph idx="12" type="sldNum"/>
          </p:nvPr>
        </p:nvSpPr>
        <p:spPr>
          <a:xfrm>
            <a:off x="8610600" y="6515753"/>
            <a:ext cx="2743200" cy="20572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close up of a pipette dropping a drop of liquid into a petri dish" id="532" name="Google Shape;532;p34"/>
          <p:cNvPicPr preferRelativeResize="0"/>
          <p:nvPr>
            <p:ph idx="2" type="pic"/>
          </p:nvPr>
        </p:nvPicPr>
        <p:blipFill rotWithShape="1">
          <a:blip r:embed="rId3">
            <a:alphaModFix/>
          </a:blip>
          <a:srcRect b="0" l="412" r="412" t="0"/>
          <a:stretch/>
        </p:blipFill>
        <p:spPr>
          <a:xfrm flipH="1">
            <a:off x="1809750" y="466725"/>
            <a:ext cx="7834312" cy="5924550"/>
          </a:xfrm>
          <a:prstGeom prst="rect">
            <a:avLst/>
          </a:prstGeom>
          <a:noFill/>
          <a:ln>
            <a:noFill/>
          </a:ln>
        </p:spPr>
      </p:pic>
      <p:sp>
        <p:nvSpPr>
          <p:cNvPr id="533" name="Google Shape;533;p34"/>
          <p:cNvSpPr txBox="1"/>
          <p:nvPr>
            <p:ph type="title"/>
          </p:nvPr>
        </p:nvSpPr>
        <p:spPr>
          <a:xfrm rot="-5400000">
            <a:off x="-1129259" y="3009387"/>
            <a:ext cx="4138612" cy="562995"/>
          </a:xfrm>
          <a:prstGeom prst="rect">
            <a:avLst/>
          </a:prstGeom>
          <a:no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SzPts val="4000"/>
              <a:buFont typeface="Arial"/>
              <a:buNone/>
            </a:pPr>
            <a:r>
              <a:rPr lang="en-US"/>
              <a:t>THANK YOU</a:t>
            </a:r>
            <a:endParaRPr/>
          </a:p>
        </p:txBody>
      </p:sp>
      <p:pic>
        <p:nvPicPr>
          <p:cNvPr descr="A logo for a company&#10;&#10;AI-generated content may be incorrect." id="534" name="Google Shape;534;p34"/>
          <p:cNvPicPr preferRelativeResize="0"/>
          <p:nvPr/>
        </p:nvPicPr>
        <p:blipFill rotWithShape="1">
          <a:blip r:embed="rId4">
            <a:alphaModFix/>
          </a:blip>
          <a:srcRect b="0" l="0" r="0" t="0"/>
          <a:stretch/>
        </p:blipFill>
        <p:spPr>
          <a:xfrm>
            <a:off x="9644062" y="2089972"/>
            <a:ext cx="2547938" cy="24018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2">
      <a:dk1>
        <a:srgbClr val="000000"/>
      </a:dk1>
      <a:lt1>
        <a:srgbClr val="FFFFFF"/>
      </a:lt1>
      <a:dk2>
        <a:srgbClr val="44546A"/>
      </a:dk2>
      <a:lt2>
        <a:srgbClr val="E7E6E6"/>
      </a:lt2>
      <a:accent1>
        <a:srgbClr val="155463"/>
      </a:accent1>
      <a:accent2>
        <a:srgbClr val="A8CADC"/>
      </a:accent2>
      <a:accent3>
        <a:srgbClr val="74A9EA"/>
      </a:accent3>
      <a:accent4>
        <a:srgbClr val="04B3C3"/>
      </a:accent4>
      <a:accent5>
        <a:srgbClr val="5F8473"/>
      </a:accent5>
      <a:accent6>
        <a:srgbClr val="D1EF5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